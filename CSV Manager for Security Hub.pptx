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 bookmarkIdSeed="2">
  <p:sldMasterIdLst>
    <p:sldMasterId id="2147483674" r:id="rId4"/>
    <p:sldMasterId id="2147483720" r:id="rId5"/>
  </p:sldMasterIdLst>
  <p:notesMasterIdLst>
    <p:notesMasterId r:id="rId15"/>
  </p:notesMasterIdLst>
  <p:sldIdLst>
    <p:sldId id="409" r:id="rId6"/>
    <p:sldId id="453" r:id="rId7"/>
    <p:sldId id="464" r:id="rId8"/>
    <p:sldId id="465" r:id="rId9"/>
    <p:sldId id="466" r:id="rId10"/>
    <p:sldId id="467" r:id="rId11"/>
    <p:sldId id="468" r:id="rId12"/>
    <p:sldId id="469" r:id="rId13"/>
    <p:sldId id="442" r:id="rId14"/>
  </p:sldIdLst>
  <p:sldSz cx="14630400" cy="8229600"/>
  <p:notesSz cx="7010400" cy="9296400"/>
  <p:defaultTextStyle>
    <a:defPPr>
      <a:defRPr lang="en-US"/>
    </a:defPPr>
    <a:lvl1pPr marL="0" algn="l" defTabSz="73152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1pPr>
    <a:lvl2pPr marL="731520" algn="l" defTabSz="73152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2pPr>
    <a:lvl3pPr marL="1463040" algn="l" defTabSz="73152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3pPr>
    <a:lvl4pPr marL="2194560" algn="l" defTabSz="73152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4pPr>
    <a:lvl5pPr marL="2926080" algn="l" defTabSz="73152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5pPr>
    <a:lvl6pPr marL="3657600" algn="l" defTabSz="73152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6pPr>
    <a:lvl7pPr marL="4389120" algn="l" defTabSz="73152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7pPr>
    <a:lvl8pPr marL="5120640" algn="l" defTabSz="73152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8pPr>
    <a:lvl9pPr marL="5852160" algn="l" defTabSz="731520" rtl="0" eaLnBrk="1" latinLnBrk="0" hangingPunct="1">
      <a:defRPr sz="288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0" userDrawn="1">
          <p15:clr>
            <a:srgbClr val="A4A3A4"/>
          </p15:clr>
        </p15:guide>
        <p15:guide id="2" orient="horz" pos="4637" userDrawn="1">
          <p15:clr>
            <a:srgbClr val="A4A3A4"/>
          </p15:clr>
        </p15:guide>
        <p15:guide id="3" orient="horz" pos="3859" userDrawn="1">
          <p15:clr>
            <a:srgbClr val="A4A3A4"/>
          </p15:clr>
        </p15:guide>
        <p15:guide id="4" orient="horz" pos="5114" userDrawn="1">
          <p15:clr>
            <a:srgbClr val="A4A3A4"/>
          </p15:clr>
        </p15:guide>
        <p15:guide id="5" orient="horz" pos="2160" userDrawn="1">
          <p15:clr>
            <a:srgbClr val="A4A3A4"/>
          </p15:clr>
        </p15:guide>
        <p15:guide id="6" orient="horz" pos="2205" userDrawn="1">
          <p15:clr>
            <a:srgbClr val="A4A3A4"/>
          </p15:clr>
        </p15:guide>
        <p15:guide id="7" orient="horz" pos="3325" userDrawn="1">
          <p15:clr>
            <a:srgbClr val="A4A3A4"/>
          </p15:clr>
        </p15:guide>
        <p15:guide id="8" orient="horz" pos="200" userDrawn="1">
          <p15:clr>
            <a:srgbClr val="A4A3A4"/>
          </p15:clr>
        </p15:guide>
        <p15:guide id="9" orient="horz" pos="3370" userDrawn="1">
          <p15:clr>
            <a:srgbClr val="A4A3A4"/>
          </p15:clr>
        </p15:guide>
        <p15:guide id="10" orient="horz" pos="4574" userDrawn="1">
          <p15:clr>
            <a:srgbClr val="A4A3A4"/>
          </p15:clr>
        </p15:guide>
        <p15:guide id="11" pos="1536" userDrawn="1">
          <p15:clr>
            <a:srgbClr val="A4A3A4"/>
          </p15:clr>
        </p15:guide>
        <p15:guide id="12" pos="2808" userDrawn="1">
          <p15:clr>
            <a:srgbClr val="A4A3A4"/>
          </p15:clr>
        </p15:guide>
        <p15:guide id="13" pos="4613" userDrawn="1">
          <p15:clr>
            <a:srgbClr val="A4A3A4"/>
          </p15:clr>
        </p15:guide>
        <p15:guide id="14" pos="4030" userDrawn="1">
          <p15:clr>
            <a:srgbClr val="A4A3A4"/>
          </p15:clr>
        </p15:guide>
        <p15:guide id="15" pos="7664" userDrawn="1">
          <p15:clr>
            <a:srgbClr val="A4A3A4"/>
          </p15:clr>
        </p15:guide>
        <p15:guide id="16" pos="3979" userDrawn="1">
          <p15:clr>
            <a:srgbClr val="A4A3A4"/>
          </p15:clr>
        </p15:guide>
        <p15:guide id="17" pos="2755" userDrawn="1">
          <p15:clr>
            <a:srgbClr val="A4A3A4"/>
          </p15:clr>
        </p15:guide>
        <p15:guide id="18" pos="1579" userDrawn="1">
          <p15:clr>
            <a:srgbClr val="A4A3A4"/>
          </p15:clr>
        </p15:guide>
        <p15:guide id="19" pos="7709" userDrawn="1">
          <p15:clr>
            <a:srgbClr val="A4A3A4"/>
          </p15:clr>
        </p15:guide>
        <p15:guide id="20" pos="5211" userDrawn="1">
          <p15:clr>
            <a:srgbClr val="A4A3A4"/>
          </p15:clr>
        </p15:guide>
        <p15:guide id="21" userDrawn="1">
          <p15:clr>
            <a:srgbClr val="A4A3A4"/>
          </p15:clr>
        </p15:guide>
        <p15:guide id="22" pos="5256" userDrawn="1">
          <p15:clr>
            <a:srgbClr val="A4A3A4"/>
          </p15:clr>
        </p15:guide>
        <p15:guide id="23" pos="6435" userDrawn="1">
          <p15:clr>
            <a:srgbClr val="A4A3A4"/>
          </p15:clr>
        </p15:guide>
        <p15:guide id="24" pos="6485" userDrawn="1">
          <p15:clr>
            <a:srgbClr val="A4A3A4"/>
          </p15:clr>
        </p15:guide>
        <p15:guide id="25" pos="8870" userDrawn="1">
          <p15:clr>
            <a:srgbClr val="A4A3A4"/>
          </p15:clr>
        </p15:guide>
        <p15:guide id="26" pos="352" userDrawn="1">
          <p15:clr>
            <a:srgbClr val="A4A3A4"/>
          </p15:clr>
        </p15:guide>
        <p15:guide id="27" pos="557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atalano, Alec" initials="" lastIdx="23" clrIdx="0"/>
  <p:cmAuthor id="1" name="Alec Catalano" initials="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A53"/>
    <a:srgbClr val="89C2DF"/>
    <a:srgbClr val="5B9BD5"/>
    <a:srgbClr val="FF9700"/>
    <a:srgbClr val="FFCD32"/>
    <a:srgbClr val="4E8126"/>
    <a:srgbClr val="3399FF"/>
    <a:srgbClr val="008000"/>
    <a:srgbClr val="FE9E1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174" autoAdjust="0"/>
    <p:restoredTop sz="93979" autoAdjust="0"/>
  </p:normalViewPr>
  <p:slideViewPr>
    <p:cSldViewPr snapToGrid="0" showGuides="1">
      <p:cViewPr varScale="1">
        <p:scale>
          <a:sx n="90" d="100"/>
          <a:sy n="90" d="100"/>
        </p:scale>
        <p:origin x="240" y="696"/>
      </p:cViewPr>
      <p:guideLst>
        <p:guide orient="horz" pos="1030"/>
        <p:guide orient="horz" pos="4637"/>
        <p:guide orient="horz" pos="3859"/>
        <p:guide orient="horz" pos="5114"/>
        <p:guide orient="horz" pos="2160"/>
        <p:guide orient="horz" pos="2205"/>
        <p:guide orient="horz" pos="3325"/>
        <p:guide orient="horz" pos="200"/>
        <p:guide orient="horz" pos="3370"/>
        <p:guide orient="horz" pos="4574"/>
        <p:guide pos="1536"/>
        <p:guide pos="2808"/>
        <p:guide pos="4613"/>
        <p:guide pos="4030"/>
        <p:guide pos="7664"/>
        <p:guide pos="3979"/>
        <p:guide pos="2755"/>
        <p:guide pos="1579"/>
        <p:guide pos="7709"/>
        <p:guide pos="5211"/>
        <p:guide/>
        <p:guide pos="5256"/>
        <p:guide pos="6435"/>
        <p:guide pos="6485"/>
        <p:guide pos="8870"/>
        <p:guide pos="352"/>
        <p:guide pos="5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 b="0" i="0">
                <a:latin typeface="Amazon Ember Regular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 b="0" i="0">
                <a:latin typeface="Amazon Ember Regular" charset="0"/>
              </a:defRPr>
            </a:lvl1pPr>
          </a:lstStyle>
          <a:p>
            <a:fld id="{0B25AC41-3BEC-9247-8322-91B80C013F2D}" type="datetimeFigureOut">
              <a:rPr lang="en-US" smtClean="0"/>
              <a:pPr/>
              <a:t>2/11/22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 b="0" i="0">
                <a:latin typeface="Amazon Ember Regular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 b="0" i="0">
                <a:latin typeface="Amazon Ember Regular" charset="0"/>
              </a:defRPr>
            </a:lvl1pPr>
          </a:lstStyle>
          <a:p>
            <a:fld id="{69C3F2ED-74C5-7D4F-8560-0CC253E9A43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536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31520" rtl="0" eaLnBrk="1" latinLnBrk="0" hangingPunct="1">
      <a:defRPr sz="1920" b="0" i="0" kern="1200">
        <a:solidFill>
          <a:schemeClr val="tx1"/>
        </a:solidFill>
        <a:latin typeface="Amazon Ember Regular" charset="0"/>
        <a:ea typeface="+mn-ea"/>
        <a:cs typeface="+mn-cs"/>
      </a:defRPr>
    </a:lvl1pPr>
    <a:lvl2pPr marL="731520" algn="l" defTabSz="731520" rtl="0" eaLnBrk="1" latinLnBrk="0" hangingPunct="1">
      <a:defRPr sz="1920" b="0" i="0" kern="1200">
        <a:solidFill>
          <a:schemeClr val="tx1"/>
        </a:solidFill>
        <a:latin typeface="Amazon Ember Regular" charset="0"/>
        <a:ea typeface="+mn-ea"/>
        <a:cs typeface="+mn-cs"/>
      </a:defRPr>
    </a:lvl2pPr>
    <a:lvl3pPr marL="1463040" algn="l" defTabSz="731520" rtl="0" eaLnBrk="1" latinLnBrk="0" hangingPunct="1">
      <a:defRPr sz="1920" b="0" i="0" kern="1200">
        <a:solidFill>
          <a:schemeClr val="tx1"/>
        </a:solidFill>
        <a:latin typeface="Amazon Ember Regular" charset="0"/>
        <a:ea typeface="+mn-ea"/>
        <a:cs typeface="+mn-cs"/>
      </a:defRPr>
    </a:lvl3pPr>
    <a:lvl4pPr marL="2194560" algn="l" defTabSz="731520" rtl="0" eaLnBrk="1" latinLnBrk="0" hangingPunct="1">
      <a:defRPr sz="1920" b="0" i="0" kern="1200">
        <a:solidFill>
          <a:schemeClr val="tx1"/>
        </a:solidFill>
        <a:latin typeface="Amazon Ember Regular" charset="0"/>
        <a:ea typeface="+mn-ea"/>
        <a:cs typeface="+mn-cs"/>
      </a:defRPr>
    </a:lvl4pPr>
    <a:lvl5pPr marL="2926080" algn="l" defTabSz="731520" rtl="0" eaLnBrk="1" latinLnBrk="0" hangingPunct="1">
      <a:defRPr sz="1920" b="0" i="0" kern="1200">
        <a:solidFill>
          <a:schemeClr val="tx1"/>
        </a:solidFill>
        <a:latin typeface="Amazon Ember Regular" charset="0"/>
        <a:ea typeface="+mn-ea"/>
        <a:cs typeface="+mn-cs"/>
      </a:defRPr>
    </a:lvl5pPr>
    <a:lvl6pPr marL="3657600" algn="l" defTabSz="731520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6pPr>
    <a:lvl7pPr marL="4389120" algn="l" defTabSz="731520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7pPr>
    <a:lvl8pPr marL="5120640" algn="l" defTabSz="731520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8pPr>
    <a:lvl9pPr marL="5852160" algn="l" defTabSz="731520" rtl="0" eaLnBrk="1" latinLnBrk="0" hangingPunct="1">
      <a:defRPr sz="192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32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1509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10440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4808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60789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79979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1053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519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1551" y="-181461"/>
            <a:ext cx="15295275" cy="8653485"/>
          </a:xfrm>
          <a:prstGeom prst="rect">
            <a:avLst/>
          </a:prstGeom>
        </p:spPr>
      </p:pic>
      <p:sp>
        <p:nvSpPr>
          <p:cNvPr id="6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780638" y="6329636"/>
            <a:ext cx="5892800" cy="693419"/>
          </a:xfrm>
        </p:spPr>
        <p:txBody>
          <a:bodyPr>
            <a:normAutofit/>
          </a:bodyPr>
          <a:lstStyle>
            <a:lvl1pPr marL="0" indent="0" algn="l">
              <a:buNone/>
              <a:defRPr sz="2560" baseline="0"/>
            </a:lvl1pPr>
          </a:lstStyle>
          <a:p>
            <a:pPr lvl="0"/>
            <a:r>
              <a:rPr lang="en-US" dirty="0"/>
              <a:t>Click to edit Presenter, Team</a:t>
            </a:r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780638" y="6939237"/>
            <a:ext cx="5892800" cy="591821"/>
          </a:xfrm>
        </p:spPr>
        <p:txBody>
          <a:bodyPr>
            <a:normAutofit/>
          </a:bodyPr>
          <a:lstStyle>
            <a:lvl1pPr marL="0" indent="0" algn="l">
              <a:buNone/>
              <a:defRPr sz="2560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edit Date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780638" y="3053166"/>
            <a:ext cx="11719981" cy="1191259"/>
          </a:xfrm>
        </p:spPr>
        <p:txBody>
          <a:bodyPr>
            <a:noAutofit/>
          </a:bodyPr>
          <a:lstStyle>
            <a:lvl1pPr marL="0" indent="0" algn="l">
              <a:buNone/>
              <a:defRPr sz="6400" b="1" baseline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780639" y="4253721"/>
            <a:ext cx="9666531" cy="780558"/>
          </a:xfrm>
        </p:spPr>
        <p:txBody>
          <a:bodyPr/>
          <a:lstStyle>
            <a:lvl1pPr marL="0" indent="0" algn="l"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9420" y="703442"/>
            <a:ext cx="1554488" cy="932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314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screen">
            <a:alphaModFix amt="6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79490" y="2049652"/>
            <a:ext cx="6550910" cy="6183022"/>
          </a:xfrm>
          <a:prstGeom prst="rect">
            <a:avLst/>
          </a:prstGeom>
        </p:spPr>
      </p:pic>
      <p:sp>
        <p:nvSpPr>
          <p:cNvPr id="6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780638" y="6329636"/>
            <a:ext cx="5892800" cy="693419"/>
          </a:xfrm>
        </p:spPr>
        <p:txBody>
          <a:bodyPr>
            <a:normAutofit/>
          </a:bodyPr>
          <a:lstStyle>
            <a:lvl1pPr marL="0" indent="0" algn="l">
              <a:buNone/>
              <a:defRPr sz="2560" baseline="0"/>
            </a:lvl1pPr>
          </a:lstStyle>
          <a:p>
            <a:pPr lvl="0"/>
            <a:r>
              <a:rPr lang="en-US" dirty="0"/>
              <a:t>Click to edit Presenter, Team</a:t>
            </a:r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780638" y="6939237"/>
            <a:ext cx="5892800" cy="591821"/>
          </a:xfrm>
        </p:spPr>
        <p:txBody>
          <a:bodyPr>
            <a:normAutofit/>
          </a:bodyPr>
          <a:lstStyle>
            <a:lvl1pPr marL="0" indent="0" algn="l">
              <a:buNone/>
              <a:defRPr sz="2560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edit Date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780638" y="3053166"/>
            <a:ext cx="11719981" cy="1191259"/>
          </a:xfrm>
        </p:spPr>
        <p:txBody>
          <a:bodyPr>
            <a:noAutofit/>
          </a:bodyPr>
          <a:lstStyle>
            <a:lvl1pPr marL="0" indent="0" algn="l">
              <a:buNone/>
              <a:defRPr sz="6400" b="1" baseline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780639" y="4253721"/>
            <a:ext cx="9666531" cy="780558"/>
          </a:xfrm>
        </p:spPr>
        <p:txBody>
          <a:bodyPr/>
          <a:lstStyle>
            <a:lvl1pPr marL="0" indent="0" algn="l"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9420" y="703442"/>
            <a:ext cx="1554488" cy="932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951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863" y="183898"/>
            <a:ext cx="13128486" cy="873186"/>
          </a:xfrm>
        </p:spPr>
        <p:txBody>
          <a:bodyPr/>
          <a:lstStyle>
            <a:lvl1pPr>
              <a:defRPr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>
                <a:solidFill>
                  <a:srgbClr val="414042"/>
                </a:solidFill>
              </a:defRPr>
            </a:lvl1pPr>
            <a:lvl2pPr marL="1188720" indent="-457200">
              <a:buFont typeface="Arial"/>
              <a:buChar char="•"/>
              <a:defRPr>
                <a:solidFill>
                  <a:srgbClr val="414042"/>
                </a:solidFill>
              </a:defRPr>
            </a:lvl2pPr>
            <a:lvl3pPr marL="1828800" indent="-365760">
              <a:buFont typeface="Arial"/>
              <a:buChar char="•"/>
              <a:defRPr>
                <a:solidFill>
                  <a:srgbClr val="414042"/>
                </a:solidFill>
              </a:defRPr>
            </a:lvl3pPr>
            <a:lvl4pPr>
              <a:defRPr>
                <a:solidFill>
                  <a:srgbClr val="414042"/>
                </a:solidFill>
              </a:defRPr>
            </a:lvl4pPr>
            <a:lvl5pPr>
              <a:defRPr>
                <a:solidFill>
                  <a:srgbClr val="41404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08459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Snipp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863" y="183898"/>
            <a:ext cx="13128486" cy="873186"/>
          </a:xfrm>
        </p:spPr>
        <p:txBody>
          <a:bodyPr/>
          <a:lstStyle>
            <a:lvl1pPr>
              <a:defRPr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1" hasCustomPrompt="1"/>
          </p:nvPr>
        </p:nvSpPr>
        <p:spPr>
          <a:xfrm>
            <a:off x="538581" y="1616653"/>
            <a:ext cx="13132387" cy="5827082"/>
          </a:xfrm>
          <a:noFill/>
        </p:spPr>
        <p:txBody>
          <a:bodyPr/>
          <a:lstStyle>
            <a:lvl1pPr marL="0" indent="0">
              <a:buNone/>
              <a:defRPr lang="en-US" sz="1760">
                <a:solidFill>
                  <a:srgbClr val="3366FF"/>
                </a:solidFill>
                <a:effectLst/>
                <a:latin typeface="Lucida Console" panose="020B0609040504020204" pitchFamily="49" charset="0"/>
              </a:defRPr>
            </a:lvl1pPr>
            <a:lvl2pPr marL="731520" indent="0">
              <a:buNone/>
              <a:defRPr>
                <a:latin typeface="Lucida Console" panose="020B0609040504020204" pitchFamily="49" charset="0"/>
              </a:defRPr>
            </a:lvl2pPr>
            <a:lvl3pPr marL="1463040" indent="0">
              <a:buNone/>
              <a:defRPr>
                <a:latin typeface="Lucida Console" panose="020B0609040504020204" pitchFamily="49" charset="0"/>
              </a:defRPr>
            </a:lvl3pPr>
            <a:lvl4pPr marL="2194560" indent="0">
              <a:buNone/>
              <a:defRPr>
                <a:latin typeface="Lucida Console" panose="020B0609040504020204" pitchFamily="49" charset="0"/>
              </a:defRPr>
            </a:lvl4pPr>
            <a:lvl5pPr marL="2926080" indent="0">
              <a:buNone/>
              <a:defRPr>
                <a:latin typeface="Lucida Console" panose="020B0609040504020204" pitchFamily="49" charset="0"/>
              </a:defRPr>
            </a:lvl5pPr>
          </a:lstStyle>
          <a:p>
            <a:r>
              <a:rPr lang="en-US" sz="224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Syntax Test file for 68k Assembly code</a:t>
            </a:r>
            <a:endParaRPr lang="en-US" sz="176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24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Some comments about this file</a:t>
            </a:r>
            <a:endParaRPr lang="en-US" sz="176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24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.D0 00000000</a:t>
            </a:r>
            <a:endParaRPr lang="en-US" sz="176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24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MS 2100 00000002</a:t>
            </a:r>
            <a:endParaRPr lang="en-US" sz="176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24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MM 2000;DI</a:t>
            </a:r>
            <a:endParaRPr lang="en-US" sz="176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24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LEA.L $002100,A1</a:t>
            </a:r>
            <a:endParaRPr lang="en-US" sz="176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24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MOVE.L #2,-(A1)</a:t>
            </a:r>
            <a:endParaRPr lang="en-US" sz="176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224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BSR $00002050</a:t>
            </a:r>
            <a:endParaRPr lang="en-US" sz="176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224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MM 2050;DI</a:t>
            </a:r>
            <a:endParaRPr lang="en-US" sz="176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224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MOVE.L (A1)+,D1</a:t>
            </a:r>
            <a:endParaRPr lang="en-US" sz="176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224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MOVE.L (A1),D2</a:t>
            </a:r>
            <a:endParaRPr lang="en-US" sz="176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224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ADD.L D1,D2</a:t>
            </a:r>
            <a:endParaRPr lang="en-US" sz="176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224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MOVE.L D2,D0</a:t>
            </a:r>
            <a:endParaRPr lang="en-US" sz="176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k-SK" sz="2240" dirty="0">
                <a:effectLst/>
                <a:latin typeface="Lucida Console" panose="020B060904050402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RTS</a:t>
            </a:r>
            <a:endParaRPr lang="en-US" sz="176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6968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4230" y="3150724"/>
            <a:ext cx="12435840" cy="1488168"/>
          </a:xfrm>
        </p:spPr>
        <p:txBody>
          <a:bodyPr anchor="ctr">
            <a:noAutofit/>
          </a:bodyPr>
          <a:lstStyle>
            <a:lvl1pPr algn="l">
              <a:defRPr sz="6400" b="1" cap="none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24837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863" y="183898"/>
            <a:ext cx="13128486" cy="873186"/>
          </a:xfrm>
        </p:spPr>
        <p:txBody>
          <a:bodyPr>
            <a:normAutofit/>
          </a:bodyPr>
          <a:lstStyle>
            <a:lvl1pPr>
              <a:defRPr sz="448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720" y="1620012"/>
            <a:ext cx="6461760" cy="5555317"/>
          </a:xfrm>
        </p:spPr>
        <p:txBody>
          <a:bodyPr/>
          <a:lstStyle>
            <a:lvl1pPr>
              <a:defRPr sz="3520">
                <a:solidFill>
                  <a:srgbClr val="414042"/>
                </a:solidFill>
              </a:defRPr>
            </a:lvl1pPr>
            <a:lvl2pPr>
              <a:defRPr sz="3200">
                <a:solidFill>
                  <a:srgbClr val="414042"/>
                </a:solidFill>
              </a:defRPr>
            </a:lvl2pPr>
            <a:lvl3pPr>
              <a:defRPr sz="2560">
                <a:solidFill>
                  <a:srgbClr val="414042"/>
                </a:solidFill>
              </a:defRPr>
            </a:lvl3pPr>
            <a:lvl4pPr>
              <a:defRPr sz="2560">
                <a:solidFill>
                  <a:srgbClr val="414042"/>
                </a:solidFill>
              </a:defRPr>
            </a:lvl4pPr>
            <a:lvl5pPr>
              <a:defRPr sz="2560">
                <a:solidFill>
                  <a:srgbClr val="414042"/>
                </a:solidFill>
              </a:defRPr>
            </a:lvl5pPr>
            <a:lvl6pPr>
              <a:defRPr sz="2880"/>
            </a:lvl6pPr>
            <a:lvl7pPr>
              <a:defRPr sz="2880"/>
            </a:lvl7pPr>
            <a:lvl8pPr>
              <a:defRPr sz="2880"/>
            </a:lvl8pPr>
            <a:lvl9pPr>
              <a:defRPr sz="28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39320" y="1620012"/>
            <a:ext cx="6461760" cy="5555317"/>
          </a:xfrm>
        </p:spPr>
        <p:txBody>
          <a:bodyPr/>
          <a:lstStyle>
            <a:lvl1pPr>
              <a:defRPr sz="3520">
                <a:solidFill>
                  <a:srgbClr val="414042"/>
                </a:solidFill>
              </a:defRPr>
            </a:lvl1pPr>
            <a:lvl2pPr>
              <a:defRPr sz="3200">
                <a:solidFill>
                  <a:srgbClr val="414042"/>
                </a:solidFill>
              </a:defRPr>
            </a:lvl2pPr>
            <a:lvl3pPr>
              <a:defRPr sz="2560">
                <a:solidFill>
                  <a:srgbClr val="414042"/>
                </a:solidFill>
              </a:defRPr>
            </a:lvl3pPr>
            <a:lvl4pPr>
              <a:defRPr sz="2560">
                <a:solidFill>
                  <a:srgbClr val="414042"/>
                </a:solidFill>
              </a:defRPr>
            </a:lvl4pPr>
            <a:lvl5pPr>
              <a:defRPr sz="2560">
                <a:solidFill>
                  <a:srgbClr val="414042"/>
                </a:solidFill>
              </a:defRPr>
            </a:lvl5pPr>
            <a:lvl6pPr>
              <a:defRPr sz="2880"/>
            </a:lvl6pPr>
            <a:lvl7pPr>
              <a:defRPr sz="2880"/>
            </a:lvl7pPr>
            <a:lvl8pPr>
              <a:defRPr sz="2880"/>
            </a:lvl8pPr>
            <a:lvl9pPr>
              <a:defRPr sz="28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3519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0389" y="1612885"/>
            <a:ext cx="6464301" cy="767715"/>
          </a:xfrm>
        </p:spPr>
        <p:txBody>
          <a:bodyPr anchor="b">
            <a:noAutofit/>
          </a:bodyPr>
          <a:lstStyle>
            <a:lvl1pPr marL="0" indent="0">
              <a:buNone/>
              <a:defRPr sz="3200" b="1"/>
            </a:lvl1pPr>
            <a:lvl2pPr marL="731520" indent="0">
              <a:buNone/>
              <a:defRPr sz="3200" b="1"/>
            </a:lvl2pPr>
            <a:lvl3pPr marL="1463040" indent="0">
              <a:buNone/>
              <a:defRPr sz="2880" b="1"/>
            </a:lvl3pPr>
            <a:lvl4pPr marL="2194560" indent="0">
              <a:buNone/>
              <a:defRPr sz="2560" b="1"/>
            </a:lvl4pPr>
            <a:lvl5pPr marL="2926080" indent="0">
              <a:buNone/>
              <a:defRPr sz="2560" b="1"/>
            </a:lvl5pPr>
            <a:lvl6pPr marL="3657600" indent="0">
              <a:buNone/>
              <a:defRPr sz="2560" b="1"/>
            </a:lvl6pPr>
            <a:lvl7pPr marL="4389120" indent="0">
              <a:buNone/>
              <a:defRPr sz="2560" b="1"/>
            </a:lvl7pPr>
            <a:lvl8pPr marL="5120640" indent="0">
              <a:buNone/>
              <a:defRPr sz="2560" b="1"/>
            </a:lvl8pPr>
            <a:lvl9pPr marL="5852160" indent="0">
              <a:buNone/>
              <a:defRPr sz="25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0389" y="2380598"/>
            <a:ext cx="6464301" cy="4741546"/>
          </a:xfrm>
        </p:spPr>
        <p:txBody>
          <a:bodyPr/>
          <a:lstStyle>
            <a:lvl1pPr>
              <a:defRPr sz="3200"/>
            </a:lvl1pPr>
            <a:lvl2pPr>
              <a:defRPr sz="2880"/>
            </a:lvl2pPr>
            <a:lvl3pPr>
              <a:defRPr sz="2880"/>
            </a:lvl3pPr>
            <a:lvl4pPr>
              <a:defRPr sz="2880"/>
            </a:lvl4pPr>
            <a:lvl5pPr>
              <a:defRPr sz="2880"/>
            </a:lvl5pPr>
            <a:lvl6pPr>
              <a:defRPr sz="2560"/>
            </a:lvl6pPr>
            <a:lvl7pPr>
              <a:defRPr sz="2560"/>
            </a:lvl7pPr>
            <a:lvl8pPr>
              <a:defRPr sz="2560"/>
            </a:lvl8pPr>
            <a:lvl9pPr>
              <a:defRPr sz="25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38863" y="183898"/>
            <a:ext cx="13128486" cy="873186"/>
          </a:xfrm>
        </p:spPr>
        <p:txBody>
          <a:bodyPr>
            <a:normAutofit/>
          </a:bodyPr>
          <a:lstStyle>
            <a:lvl1pPr>
              <a:defRPr sz="448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40911" y="1612885"/>
            <a:ext cx="6466840" cy="767715"/>
          </a:xfrm>
        </p:spPr>
        <p:txBody>
          <a:bodyPr anchor="b">
            <a:normAutofit/>
          </a:bodyPr>
          <a:lstStyle>
            <a:lvl1pPr marL="0" indent="0">
              <a:buNone/>
              <a:defRPr sz="3200" b="1"/>
            </a:lvl1pPr>
            <a:lvl2pPr marL="731520" indent="0">
              <a:buNone/>
              <a:defRPr sz="3200" b="1"/>
            </a:lvl2pPr>
            <a:lvl3pPr marL="1463040" indent="0">
              <a:buNone/>
              <a:defRPr sz="2880" b="1"/>
            </a:lvl3pPr>
            <a:lvl4pPr marL="2194560" indent="0">
              <a:buNone/>
              <a:defRPr sz="2560" b="1"/>
            </a:lvl4pPr>
            <a:lvl5pPr marL="2926080" indent="0">
              <a:buNone/>
              <a:defRPr sz="2560" b="1"/>
            </a:lvl5pPr>
            <a:lvl6pPr marL="3657600" indent="0">
              <a:buNone/>
              <a:defRPr sz="2560" b="1"/>
            </a:lvl6pPr>
            <a:lvl7pPr marL="4389120" indent="0">
              <a:buNone/>
              <a:defRPr sz="2560" b="1"/>
            </a:lvl7pPr>
            <a:lvl8pPr marL="5120640" indent="0">
              <a:buNone/>
              <a:defRPr sz="2560" b="1"/>
            </a:lvl8pPr>
            <a:lvl9pPr marL="5852160" indent="0">
              <a:buNone/>
              <a:defRPr sz="25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5"/>
          <p:cNvSpPr>
            <a:spLocks noGrp="1"/>
          </p:cNvSpPr>
          <p:nvPr>
            <p:ph sz="quarter" idx="4"/>
          </p:nvPr>
        </p:nvSpPr>
        <p:spPr>
          <a:xfrm>
            <a:off x="7240911" y="2380598"/>
            <a:ext cx="6466840" cy="4741546"/>
          </a:xfrm>
        </p:spPr>
        <p:txBody>
          <a:bodyPr/>
          <a:lstStyle>
            <a:lvl1pPr>
              <a:defRPr sz="3200"/>
            </a:lvl1pPr>
            <a:lvl2pPr>
              <a:defRPr sz="2880"/>
            </a:lvl2pPr>
            <a:lvl3pPr>
              <a:defRPr sz="2880"/>
            </a:lvl3pPr>
            <a:lvl4pPr>
              <a:defRPr sz="2880"/>
            </a:lvl4pPr>
            <a:lvl5pPr>
              <a:defRPr sz="2880"/>
            </a:lvl5pPr>
            <a:lvl6pPr>
              <a:defRPr sz="2560"/>
            </a:lvl6pPr>
            <a:lvl7pPr>
              <a:defRPr sz="2560"/>
            </a:lvl7pPr>
            <a:lvl8pPr>
              <a:defRPr sz="2560"/>
            </a:lvl8pPr>
            <a:lvl9pPr>
              <a:defRPr sz="25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287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863" y="183898"/>
            <a:ext cx="13128486" cy="87318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0030" y="1618467"/>
            <a:ext cx="3908213" cy="5431155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80"/>
            </a:lvl2pPr>
            <a:lvl3pPr>
              <a:defRPr sz="2560"/>
            </a:lvl3pPr>
            <a:lvl4pPr marL="2194560" indent="0">
              <a:buNone/>
              <a:defRPr sz="2560"/>
            </a:lvl4pPr>
            <a:lvl5pPr>
              <a:defRPr sz="2560"/>
            </a:lvl5pPr>
            <a:lvl6pPr>
              <a:defRPr sz="2880"/>
            </a:lvl6pPr>
            <a:lvl7pPr>
              <a:defRPr sz="2880"/>
            </a:lvl7pPr>
            <a:lvl8pPr>
              <a:defRPr sz="2880"/>
            </a:lvl8pPr>
            <a:lvl9pPr>
              <a:defRPr sz="28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half" idx="10"/>
          </p:nvPr>
        </p:nvSpPr>
        <p:spPr>
          <a:xfrm>
            <a:off x="5169602" y="1618467"/>
            <a:ext cx="3908213" cy="5431155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80"/>
            </a:lvl2pPr>
            <a:lvl3pPr>
              <a:defRPr sz="2560"/>
            </a:lvl3pPr>
            <a:lvl4pPr marL="2194560" indent="0">
              <a:buNone/>
              <a:defRPr sz="2560"/>
            </a:lvl4pPr>
            <a:lvl5pPr>
              <a:defRPr sz="2560"/>
            </a:lvl5pPr>
            <a:lvl6pPr>
              <a:defRPr sz="2880"/>
            </a:lvl6pPr>
            <a:lvl7pPr>
              <a:defRPr sz="2880"/>
            </a:lvl7pPr>
            <a:lvl8pPr>
              <a:defRPr sz="2880"/>
            </a:lvl8pPr>
            <a:lvl9pPr>
              <a:defRPr sz="28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1"/>
          </p:nvPr>
        </p:nvSpPr>
        <p:spPr>
          <a:xfrm>
            <a:off x="9799177" y="1618467"/>
            <a:ext cx="3908213" cy="5431155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80"/>
            </a:lvl2pPr>
            <a:lvl3pPr>
              <a:defRPr sz="2560"/>
            </a:lvl3pPr>
            <a:lvl4pPr marL="2194560" indent="0">
              <a:buNone/>
              <a:defRPr sz="2560"/>
            </a:lvl4pPr>
            <a:lvl5pPr>
              <a:defRPr sz="2560"/>
            </a:lvl5pPr>
            <a:lvl6pPr>
              <a:defRPr sz="2880"/>
            </a:lvl6pPr>
            <a:lvl7pPr>
              <a:defRPr sz="2880"/>
            </a:lvl7pPr>
            <a:lvl8pPr>
              <a:defRPr sz="2880"/>
            </a:lvl8pPr>
            <a:lvl9pPr>
              <a:defRPr sz="28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826396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- 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863" y="183898"/>
            <a:ext cx="13128486" cy="87230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2"/>
          </p:nvPr>
        </p:nvSpPr>
        <p:spPr>
          <a:xfrm>
            <a:off x="540387" y="5003334"/>
            <a:ext cx="2875280" cy="545504"/>
          </a:xfrm>
        </p:spPr>
        <p:txBody>
          <a:bodyPr>
            <a:noAutofit/>
          </a:bodyPr>
          <a:lstStyle>
            <a:lvl1pPr marL="0" indent="0" algn="ctr">
              <a:buNone/>
              <a:defRPr sz="2240">
                <a:solidFill>
                  <a:srgbClr val="414042"/>
                </a:solidFill>
              </a:defRPr>
            </a:lvl1pPr>
            <a:lvl2pPr marL="731520" indent="0">
              <a:buNone/>
              <a:defRPr sz="1920"/>
            </a:lvl2pPr>
            <a:lvl3pPr marL="1463040" indent="0">
              <a:buNone/>
              <a:defRPr sz="1600"/>
            </a:lvl3pPr>
            <a:lvl4pPr marL="2194560" indent="0">
              <a:buNone/>
              <a:defRPr sz="1440"/>
            </a:lvl4pPr>
            <a:lvl5pPr marL="2926080" indent="0">
              <a:buNone/>
              <a:defRPr sz="1440"/>
            </a:lvl5pPr>
            <a:lvl6pPr marL="3657600" indent="0">
              <a:buNone/>
              <a:defRPr sz="1440"/>
            </a:lvl6pPr>
            <a:lvl7pPr marL="4389120" indent="0">
              <a:buNone/>
              <a:defRPr sz="1440"/>
            </a:lvl7pPr>
            <a:lvl8pPr marL="5120640" indent="0">
              <a:buNone/>
              <a:defRPr sz="1440"/>
            </a:lvl8pPr>
            <a:lvl9pPr marL="5852160" indent="0">
              <a:buNone/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1"/>
          </p:nvPr>
        </p:nvSpPr>
        <p:spPr>
          <a:xfrm>
            <a:off x="3994795" y="5003334"/>
            <a:ext cx="2875280" cy="545504"/>
          </a:xfrm>
        </p:spPr>
        <p:txBody>
          <a:bodyPr>
            <a:noAutofit/>
          </a:bodyPr>
          <a:lstStyle>
            <a:lvl1pPr marL="0" indent="0" algn="ctr">
              <a:buNone/>
              <a:defRPr sz="2240">
                <a:solidFill>
                  <a:srgbClr val="414042"/>
                </a:solidFill>
              </a:defRPr>
            </a:lvl1pPr>
            <a:lvl2pPr marL="731520" indent="0">
              <a:buNone/>
              <a:defRPr sz="1920"/>
            </a:lvl2pPr>
            <a:lvl3pPr marL="1463040" indent="0">
              <a:buNone/>
              <a:defRPr sz="1600"/>
            </a:lvl3pPr>
            <a:lvl4pPr marL="2194560" indent="0">
              <a:buNone/>
              <a:defRPr sz="1440"/>
            </a:lvl4pPr>
            <a:lvl5pPr marL="2926080" indent="0">
              <a:buNone/>
              <a:defRPr sz="1440"/>
            </a:lvl5pPr>
            <a:lvl6pPr marL="3657600" indent="0">
              <a:buNone/>
              <a:defRPr sz="1440"/>
            </a:lvl6pPr>
            <a:lvl7pPr marL="4389120" indent="0">
              <a:buNone/>
              <a:defRPr sz="1440"/>
            </a:lvl7pPr>
            <a:lvl8pPr marL="5120640" indent="0">
              <a:buNone/>
              <a:defRPr sz="1440"/>
            </a:lvl8pPr>
            <a:lvl9pPr marL="5852160" indent="0">
              <a:buNone/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13"/>
          </p:nvPr>
        </p:nvSpPr>
        <p:spPr>
          <a:xfrm>
            <a:off x="7415336" y="5003334"/>
            <a:ext cx="2875280" cy="545504"/>
          </a:xfrm>
        </p:spPr>
        <p:txBody>
          <a:bodyPr>
            <a:noAutofit/>
          </a:bodyPr>
          <a:lstStyle>
            <a:lvl1pPr marL="0" indent="0" algn="ctr">
              <a:buNone/>
              <a:defRPr sz="2240">
                <a:solidFill>
                  <a:srgbClr val="414042"/>
                </a:solidFill>
              </a:defRPr>
            </a:lvl1pPr>
            <a:lvl2pPr marL="731520" indent="0">
              <a:buNone/>
              <a:defRPr sz="1920"/>
            </a:lvl2pPr>
            <a:lvl3pPr marL="1463040" indent="0">
              <a:buNone/>
              <a:defRPr sz="1600"/>
            </a:lvl3pPr>
            <a:lvl4pPr marL="2194560" indent="0">
              <a:buNone/>
              <a:defRPr sz="1440"/>
            </a:lvl4pPr>
            <a:lvl5pPr marL="2926080" indent="0">
              <a:buNone/>
              <a:defRPr sz="1440"/>
            </a:lvl5pPr>
            <a:lvl6pPr marL="3657600" indent="0">
              <a:buNone/>
              <a:defRPr sz="1440"/>
            </a:lvl6pPr>
            <a:lvl7pPr marL="4389120" indent="0">
              <a:buNone/>
              <a:defRPr sz="1440"/>
            </a:lvl7pPr>
            <a:lvl8pPr marL="5120640" indent="0">
              <a:buNone/>
              <a:defRPr sz="1440"/>
            </a:lvl8pPr>
            <a:lvl9pPr marL="5852160" indent="0">
              <a:buNone/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184552" y="5003334"/>
            <a:ext cx="2875280" cy="545504"/>
          </a:xfrm>
        </p:spPr>
        <p:txBody>
          <a:bodyPr>
            <a:noAutofit/>
          </a:bodyPr>
          <a:lstStyle>
            <a:lvl1pPr marL="0" indent="0" algn="ctr">
              <a:buNone/>
              <a:defRPr sz="2240">
                <a:solidFill>
                  <a:srgbClr val="414042"/>
                </a:solidFill>
              </a:defRPr>
            </a:lvl1pPr>
            <a:lvl2pPr marL="731520" indent="0">
              <a:buNone/>
              <a:defRPr sz="1920"/>
            </a:lvl2pPr>
            <a:lvl3pPr marL="1463040" indent="0">
              <a:buNone/>
              <a:defRPr sz="1600"/>
            </a:lvl3pPr>
            <a:lvl4pPr marL="2194560" indent="0">
              <a:buNone/>
              <a:defRPr sz="1440"/>
            </a:lvl4pPr>
            <a:lvl5pPr marL="2926080" indent="0">
              <a:buNone/>
              <a:defRPr sz="1440"/>
            </a:lvl5pPr>
            <a:lvl6pPr marL="3657600" indent="0">
              <a:buNone/>
              <a:defRPr sz="1440"/>
            </a:lvl6pPr>
            <a:lvl7pPr marL="4389120" indent="0">
              <a:buNone/>
              <a:defRPr sz="1440"/>
            </a:lvl7pPr>
            <a:lvl8pPr marL="5120640" indent="0">
              <a:buNone/>
              <a:defRPr sz="1440"/>
            </a:lvl8pPr>
            <a:lvl9pPr marL="5852160" indent="0">
              <a:buNone/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540387" y="2566967"/>
            <a:ext cx="2875280" cy="2151379"/>
          </a:xfrm>
        </p:spPr>
        <p:txBody>
          <a:bodyPr>
            <a:normAutofit/>
          </a:bodyPr>
          <a:lstStyle>
            <a:lvl1pPr>
              <a:defRPr sz="224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3994795" y="2566967"/>
            <a:ext cx="2875280" cy="2151379"/>
          </a:xfrm>
        </p:spPr>
        <p:txBody>
          <a:bodyPr>
            <a:normAutofit/>
          </a:bodyPr>
          <a:lstStyle>
            <a:lvl1pPr>
              <a:defRPr sz="224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7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7415336" y="2566967"/>
            <a:ext cx="2875280" cy="2151379"/>
          </a:xfrm>
        </p:spPr>
        <p:txBody>
          <a:bodyPr>
            <a:normAutofit/>
          </a:bodyPr>
          <a:lstStyle>
            <a:lvl1pPr>
              <a:defRPr sz="224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11184552" y="2566967"/>
            <a:ext cx="2875280" cy="2151379"/>
          </a:xfrm>
        </p:spPr>
        <p:txBody>
          <a:bodyPr>
            <a:normAutofit/>
          </a:bodyPr>
          <a:lstStyle>
            <a:lvl1pPr>
              <a:defRPr sz="224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2302505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 - 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863" y="183898"/>
            <a:ext cx="13128486" cy="87230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/>
          <p:cNvSpPr>
            <a:spLocks noGrp="1"/>
          </p:cNvSpPr>
          <p:nvPr>
            <p:ph type="body" sz="half" idx="2"/>
          </p:nvPr>
        </p:nvSpPr>
        <p:spPr>
          <a:xfrm>
            <a:off x="543902" y="3443035"/>
            <a:ext cx="3078480" cy="545504"/>
          </a:xfrm>
        </p:spPr>
        <p:txBody>
          <a:bodyPr>
            <a:noAutofit/>
          </a:bodyPr>
          <a:lstStyle>
            <a:lvl1pPr marL="0" indent="0" algn="ctr">
              <a:buNone/>
              <a:defRPr sz="1760" b="0" i="0">
                <a:solidFill>
                  <a:srgbClr val="414042"/>
                </a:solidFill>
                <a:latin typeface="Amazon Ember Light" charset="0"/>
                <a:ea typeface="Amazon Ember Light" charset="0"/>
                <a:cs typeface="Amazon Ember Light" charset="0"/>
              </a:defRPr>
            </a:lvl1pPr>
            <a:lvl2pPr marL="731520" indent="0">
              <a:buNone/>
              <a:defRPr sz="1920"/>
            </a:lvl2pPr>
            <a:lvl3pPr marL="1463040" indent="0">
              <a:buNone/>
              <a:defRPr sz="1600"/>
            </a:lvl3pPr>
            <a:lvl4pPr marL="2194560" indent="0">
              <a:buNone/>
              <a:defRPr sz="1440"/>
            </a:lvl4pPr>
            <a:lvl5pPr marL="2926080" indent="0">
              <a:buNone/>
              <a:defRPr sz="1440"/>
            </a:lvl5pPr>
            <a:lvl6pPr marL="3657600" indent="0">
              <a:buNone/>
              <a:defRPr sz="1440"/>
            </a:lvl6pPr>
            <a:lvl7pPr marL="4389120" indent="0">
              <a:buNone/>
              <a:defRPr sz="1440"/>
            </a:lvl7pPr>
            <a:lvl8pPr marL="5120640" indent="0">
              <a:buNone/>
              <a:defRPr sz="1440"/>
            </a:lvl8pPr>
            <a:lvl9pPr marL="5852160" indent="0">
              <a:buNone/>
              <a:defRPr sz="144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11"/>
          </p:nvPr>
        </p:nvSpPr>
        <p:spPr>
          <a:xfrm>
            <a:off x="5566902" y="3443035"/>
            <a:ext cx="3078480" cy="545504"/>
          </a:xfrm>
        </p:spPr>
        <p:txBody>
          <a:bodyPr>
            <a:noAutofit/>
          </a:bodyPr>
          <a:lstStyle>
            <a:lvl1pPr marL="0" indent="0" algn="ctr">
              <a:buNone/>
              <a:defRPr sz="1760" b="0" i="0">
                <a:solidFill>
                  <a:srgbClr val="414042"/>
                </a:solidFill>
                <a:latin typeface="Amazon Ember Light" charset="0"/>
                <a:ea typeface="Amazon Ember Light" charset="0"/>
                <a:cs typeface="Amazon Ember Light" charset="0"/>
              </a:defRPr>
            </a:lvl1pPr>
            <a:lvl2pPr marL="731520" indent="0">
              <a:buNone/>
              <a:defRPr sz="1920"/>
            </a:lvl2pPr>
            <a:lvl3pPr marL="1463040" indent="0">
              <a:buNone/>
              <a:defRPr sz="1600"/>
            </a:lvl3pPr>
            <a:lvl4pPr marL="2194560" indent="0">
              <a:buNone/>
              <a:defRPr sz="1440"/>
            </a:lvl4pPr>
            <a:lvl5pPr marL="2926080" indent="0">
              <a:buNone/>
              <a:defRPr sz="1440"/>
            </a:lvl5pPr>
            <a:lvl6pPr marL="3657600" indent="0">
              <a:buNone/>
              <a:defRPr sz="1440"/>
            </a:lvl6pPr>
            <a:lvl7pPr marL="4389120" indent="0">
              <a:buNone/>
              <a:defRPr sz="1440"/>
            </a:lvl7pPr>
            <a:lvl8pPr marL="5120640" indent="0">
              <a:buNone/>
              <a:defRPr sz="1440"/>
            </a:lvl8pPr>
            <a:lvl9pPr marL="5852160" indent="0">
              <a:buNone/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half" idx="13"/>
          </p:nvPr>
        </p:nvSpPr>
        <p:spPr>
          <a:xfrm>
            <a:off x="10599968" y="3443035"/>
            <a:ext cx="3078480" cy="545504"/>
          </a:xfrm>
        </p:spPr>
        <p:txBody>
          <a:bodyPr>
            <a:noAutofit/>
          </a:bodyPr>
          <a:lstStyle>
            <a:lvl1pPr marL="0" indent="0" algn="ctr">
              <a:buNone/>
              <a:defRPr sz="1760" b="0" i="0">
                <a:solidFill>
                  <a:srgbClr val="414042"/>
                </a:solidFill>
                <a:latin typeface="Amazon Ember Light" charset="0"/>
                <a:ea typeface="Amazon Ember Light" charset="0"/>
                <a:cs typeface="Amazon Ember Light" charset="0"/>
              </a:defRPr>
            </a:lvl1pPr>
            <a:lvl2pPr marL="731520" indent="0">
              <a:buNone/>
              <a:defRPr sz="1920"/>
            </a:lvl2pPr>
            <a:lvl3pPr marL="1463040" indent="0">
              <a:buNone/>
              <a:defRPr sz="1600"/>
            </a:lvl3pPr>
            <a:lvl4pPr marL="2194560" indent="0">
              <a:buNone/>
              <a:defRPr sz="1440"/>
            </a:lvl4pPr>
            <a:lvl5pPr marL="2926080" indent="0">
              <a:buNone/>
              <a:defRPr sz="1440"/>
            </a:lvl5pPr>
            <a:lvl6pPr marL="3657600" indent="0">
              <a:buNone/>
              <a:defRPr sz="1440"/>
            </a:lvl6pPr>
            <a:lvl7pPr marL="4389120" indent="0">
              <a:buNone/>
              <a:defRPr sz="1440"/>
            </a:lvl7pPr>
            <a:lvl8pPr marL="5120640" indent="0">
              <a:buNone/>
              <a:defRPr sz="1440"/>
            </a:lvl8pPr>
            <a:lvl9pPr marL="5852160" indent="0">
              <a:buNone/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15"/>
          </p:nvPr>
        </p:nvSpPr>
        <p:spPr>
          <a:xfrm>
            <a:off x="543902" y="6341824"/>
            <a:ext cx="3078480" cy="545504"/>
          </a:xfrm>
        </p:spPr>
        <p:txBody>
          <a:bodyPr>
            <a:noAutofit/>
          </a:bodyPr>
          <a:lstStyle>
            <a:lvl1pPr marL="0" indent="0" algn="ctr">
              <a:buNone/>
              <a:defRPr sz="1760" b="0" i="0">
                <a:solidFill>
                  <a:srgbClr val="414042"/>
                </a:solidFill>
                <a:latin typeface="Amazon Ember Light" charset="0"/>
                <a:ea typeface="Amazon Ember Light" charset="0"/>
                <a:cs typeface="Amazon Ember Light" charset="0"/>
              </a:defRPr>
            </a:lvl1pPr>
            <a:lvl2pPr marL="731520" indent="0">
              <a:buNone/>
              <a:defRPr sz="1920"/>
            </a:lvl2pPr>
            <a:lvl3pPr marL="1463040" indent="0">
              <a:buNone/>
              <a:defRPr sz="1600"/>
            </a:lvl3pPr>
            <a:lvl4pPr marL="2194560" indent="0">
              <a:buNone/>
              <a:defRPr sz="1440"/>
            </a:lvl4pPr>
            <a:lvl5pPr marL="2926080" indent="0">
              <a:buNone/>
              <a:defRPr sz="1440"/>
            </a:lvl5pPr>
            <a:lvl6pPr marL="3657600" indent="0">
              <a:buNone/>
              <a:defRPr sz="1440"/>
            </a:lvl6pPr>
            <a:lvl7pPr marL="4389120" indent="0">
              <a:buNone/>
              <a:defRPr sz="1440"/>
            </a:lvl7pPr>
            <a:lvl8pPr marL="5120640" indent="0">
              <a:buNone/>
              <a:defRPr sz="1440"/>
            </a:lvl8pPr>
            <a:lvl9pPr marL="5852160" indent="0">
              <a:buNone/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17"/>
          </p:nvPr>
        </p:nvSpPr>
        <p:spPr>
          <a:xfrm>
            <a:off x="5566893" y="6341824"/>
            <a:ext cx="3078480" cy="545504"/>
          </a:xfrm>
        </p:spPr>
        <p:txBody>
          <a:bodyPr>
            <a:noAutofit/>
          </a:bodyPr>
          <a:lstStyle>
            <a:lvl1pPr marL="0" indent="0" algn="ctr">
              <a:buNone/>
              <a:defRPr sz="1760" b="0" i="0">
                <a:solidFill>
                  <a:srgbClr val="414042"/>
                </a:solidFill>
                <a:latin typeface="Amazon Ember Light" charset="0"/>
                <a:ea typeface="Amazon Ember Light" charset="0"/>
                <a:cs typeface="Amazon Ember Light" charset="0"/>
              </a:defRPr>
            </a:lvl1pPr>
            <a:lvl2pPr marL="731520" indent="0">
              <a:buNone/>
              <a:defRPr sz="1920"/>
            </a:lvl2pPr>
            <a:lvl3pPr marL="1463040" indent="0">
              <a:buNone/>
              <a:defRPr sz="1600"/>
            </a:lvl3pPr>
            <a:lvl4pPr marL="2194560" indent="0">
              <a:buNone/>
              <a:defRPr sz="1440"/>
            </a:lvl4pPr>
            <a:lvl5pPr marL="2926080" indent="0">
              <a:buNone/>
              <a:defRPr sz="1440"/>
            </a:lvl5pPr>
            <a:lvl6pPr marL="3657600" indent="0">
              <a:buNone/>
              <a:defRPr sz="1440"/>
            </a:lvl6pPr>
            <a:lvl7pPr marL="4389120" indent="0">
              <a:buNone/>
              <a:defRPr sz="1440"/>
            </a:lvl7pPr>
            <a:lvl8pPr marL="5120640" indent="0">
              <a:buNone/>
              <a:defRPr sz="1440"/>
            </a:lvl8pPr>
            <a:lvl9pPr marL="5852160" indent="0">
              <a:buNone/>
              <a:defRPr sz="144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9"/>
          </p:nvPr>
        </p:nvSpPr>
        <p:spPr>
          <a:xfrm>
            <a:off x="10599958" y="6341824"/>
            <a:ext cx="3078480" cy="545504"/>
          </a:xfrm>
        </p:spPr>
        <p:txBody>
          <a:bodyPr>
            <a:noAutofit/>
          </a:bodyPr>
          <a:lstStyle>
            <a:lvl1pPr marL="0" indent="0" algn="ctr">
              <a:buNone/>
              <a:defRPr sz="1760" b="0" i="0">
                <a:solidFill>
                  <a:srgbClr val="414042"/>
                </a:solidFill>
                <a:latin typeface="Amazon Ember Light" charset="0"/>
                <a:ea typeface="Amazon Ember Light" charset="0"/>
                <a:cs typeface="Amazon Ember Light" charset="0"/>
              </a:defRPr>
            </a:lvl1pPr>
            <a:lvl2pPr marL="731520" indent="0">
              <a:buNone/>
              <a:defRPr sz="1920"/>
            </a:lvl2pPr>
            <a:lvl3pPr marL="1463040" indent="0">
              <a:buNone/>
              <a:defRPr sz="1600"/>
            </a:lvl3pPr>
            <a:lvl4pPr marL="2194560" indent="0">
              <a:buNone/>
              <a:defRPr sz="1440"/>
            </a:lvl4pPr>
            <a:lvl5pPr marL="2926080" indent="0">
              <a:buNone/>
              <a:defRPr sz="1440"/>
            </a:lvl5pPr>
            <a:lvl6pPr marL="3657600" indent="0">
              <a:buNone/>
              <a:defRPr sz="1440"/>
            </a:lvl6pPr>
            <a:lvl7pPr marL="4389120" indent="0">
              <a:buNone/>
              <a:defRPr sz="1440"/>
            </a:lvl7pPr>
            <a:lvl8pPr marL="5120640" indent="0">
              <a:buNone/>
              <a:defRPr sz="1440"/>
            </a:lvl8pPr>
            <a:lvl9pPr marL="5852160" indent="0">
              <a:buNone/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20"/>
          </p:nvPr>
        </p:nvSpPr>
        <p:spPr>
          <a:xfrm>
            <a:off x="543902" y="1485278"/>
            <a:ext cx="3078480" cy="1761067"/>
          </a:xfrm>
        </p:spPr>
        <p:txBody>
          <a:bodyPr>
            <a:normAutofit/>
          </a:bodyPr>
          <a:lstStyle>
            <a:lvl1pPr>
              <a:defRPr sz="224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5566893" y="1485278"/>
            <a:ext cx="3078480" cy="1761067"/>
          </a:xfrm>
        </p:spPr>
        <p:txBody>
          <a:bodyPr>
            <a:normAutofit/>
          </a:bodyPr>
          <a:lstStyle>
            <a:lvl1pPr>
              <a:defRPr sz="224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22"/>
          </p:nvPr>
        </p:nvSpPr>
        <p:spPr>
          <a:xfrm>
            <a:off x="10599958" y="1485278"/>
            <a:ext cx="3078480" cy="1761067"/>
          </a:xfrm>
        </p:spPr>
        <p:txBody>
          <a:bodyPr>
            <a:normAutofit/>
          </a:bodyPr>
          <a:lstStyle>
            <a:lvl1pPr>
              <a:defRPr sz="224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23"/>
          </p:nvPr>
        </p:nvSpPr>
        <p:spPr>
          <a:xfrm>
            <a:off x="543902" y="4451796"/>
            <a:ext cx="3078480" cy="1761067"/>
          </a:xfrm>
        </p:spPr>
        <p:txBody>
          <a:bodyPr>
            <a:normAutofit/>
          </a:bodyPr>
          <a:lstStyle>
            <a:lvl1pPr>
              <a:defRPr sz="224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24"/>
          </p:nvPr>
        </p:nvSpPr>
        <p:spPr>
          <a:xfrm>
            <a:off x="5566893" y="4451796"/>
            <a:ext cx="3078480" cy="1761067"/>
          </a:xfrm>
        </p:spPr>
        <p:txBody>
          <a:bodyPr>
            <a:normAutofit/>
          </a:bodyPr>
          <a:lstStyle>
            <a:lvl1pPr>
              <a:defRPr sz="224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25"/>
          </p:nvPr>
        </p:nvSpPr>
        <p:spPr>
          <a:xfrm>
            <a:off x="10599958" y="4451796"/>
            <a:ext cx="3078480" cy="1761067"/>
          </a:xfrm>
        </p:spPr>
        <p:txBody>
          <a:bodyPr>
            <a:normAutofit/>
          </a:bodyPr>
          <a:lstStyle>
            <a:lvl1pPr>
              <a:defRPr sz="224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3273093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863" y="183898"/>
            <a:ext cx="13128486" cy="87230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70690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40242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 userDrawn="1"/>
        </p:nvSpPr>
        <p:spPr>
          <a:xfrm>
            <a:off x="782640" y="7683901"/>
            <a:ext cx="4844438" cy="1723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20" b="0" i="0" dirty="0">
                <a:solidFill>
                  <a:schemeClr val="accent6">
                    <a:lumMod val="60000"/>
                    <a:lumOff val="40000"/>
                  </a:schemeClr>
                </a:solidFill>
                <a:latin typeface="Amazon Ember Regular" charset="0"/>
              </a:rPr>
              <a:t>© 2017, Amazon Web Services, Inc. or its Affiliates.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1104724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-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08171" y="-11343"/>
            <a:ext cx="14846741" cy="8399722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4516341" y="-4548146"/>
            <a:ext cx="184731" cy="801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608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11897959" y="9767944"/>
            <a:ext cx="184731" cy="801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608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782640" y="7683901"/>
            <a:ext cx="4844438" cy="1723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20" b="0" i="0" dirty="0">
                <a:solidFill>
                  <a:schemeClr val="accent6">
                    <a:lumMod val="60000"/>
                    <a:lumOff val="40000"/>
                  </a:schemeClr>
                </a:solidFill>
                <a:latin typeface="Amazon Ember Regular" charset="0"/>
              </a:rPr>
              <a:t>© 2017, Amazon Web Services, Inc. or its Affiliates. All rights reserved.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58636" y="2679085"/>
            <a:ext cx="9711266" cy="2001069"/>
          </a:xfrm>
        </p:spPr>
        <p:txBody>
          <a:bodyPr anchor="ctr" anchorCtr="0">
            <a:no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3986" y="7529805"/>
            <a:ext cx="1773363" cy="4242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 -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4516341" y="-4548146"/>
            <a:ext cx="184731" cy="801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608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782640" y="7683901"/>
            <a:ext cx="4844438" cy="1723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20" b="0" i="0" dirty="0">
                <a:solidFill>
                  <a:schemeClr val="accent6">
                    <a:lumMod val="60000"/>
                    <a:lumOff val="40000"/>
                  </a:schemeClr>
                </a:solidFill>
                <a:latin typeface="Amazon Ember Regular" charset="0"/>
              </a:rPr>
              <a:t>© 2017, Amazon Web Services, Inc. or its Affiliates. All rights reserved.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3960417" y="1488238"/>
            <a:ext cx="9711266" cy="2001069"/>
          </a:xfrm>
        </p:spPr>
        <p:txBody>
          <a:bodyPr anchor="ctr" anchorCtr="0">
            <a:noAutofit/>
          </a:bodyPr>
          <a:lstStyle>
            <a:lvl1pPr algn="r"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 -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58636" y="2679085"/>
            <a:ext cx="9711266" cy="2001069"/>
          </a:xfrm>
        </p:spPr>
        <p:txBody>
          <a:bodyPr anchor="ctr" anchorCtr="0">
            <a:no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85123" y="2481329"/>
            <a:ext cx="12435840" cy="1634490"/>
          </a:xfrm>
        </p:spPr>
        <p:txBody>
          <a:bodyPr anchor="ctr">
            <a:noAutofit/>
          </a:bodyPr>
          <a:lstStyle>
            <a:lvl1pPr algn="l">
              <a:defRPr sz="6400" b="1" cap="none"/>
            </a:lvl1pPr>
          </a:lstStyle>
          <a:p>
            <a:r>
              <a:rPr lang="en-US" dirty="0"/>
              <a:t>Thank you!</a:t>
            </a:r>
          </a:p>
        </p:txBody>
      </p:sp>
      <p:sp>
        <p:nvSpPr>
          <p:cNvPr id="3" name="Text Placeholder 11"/>
          <p:cNvSpPr>
            <a:spLocks noGrp="1"/>
          </p:cNvSpPr>
          <p:nvPr>
            <p:ph type="body" sz="quarter" idx="10"/>
          </p:nvPr>
        </p:nvSpPr>
        <p:spPr>
          <a:xfrm>
            <a:off x="780638" y="4115820"/>
            <a:ext cx="5892800" cy="693419"/>
          </a:xfrm>
        </p:spPr>
        <p:txBody>
          <a:bodyPr>
            <a:normAutofit/>
          </a:bodyPr>
          <a:lstStyle>
            <a:lvl1pPr marL="0" indent="0" algn="l">
              <a:buNone/>
              <a:defRPr sz="256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248375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731520" y="7627626"/>
            <a:ext cx="3413760" cy="438150"/>
          </a:xfrm>
          <a:prstGeom prst="rect">
            <a:avLst/>
          </a:prstGeom>
        </p:spPr>
        <p:txBody>
          <a:bodyPr lIns="91431" tIns="45711" rIns="91431" bIns="45711"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endParaRPr lang="en-US" dirty="0">
              <a:solidFill>
                <a:srgbClr val="4747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998720" y="7627626"/>
            <a:ext cx="4632960" cy="438150"/>
          </a:xfrm>
          <a:prstGeom prst="rect">
            <a:avLst/>
          </a:prstGeom>
        </p:spPr>
        <p:txBody>
          <a:bodyPr lIns="91431" tIns="45711" rIns="91431" bIns="45711"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endParaRPr lang="en-US" dirty="0">
              <a:solidFill>
                <a:srgbClr val="4747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10485120" y="7627626"/>
            <a:ext cx="3413760" cy="438150"/>
          </a:xfrm>
          <a:prstGeom prst="rect">
            <a:avLst/>
          </a:prstGeom>
        </p:spPr>
        <p:txBody>
          <a:bodyPr lIns="91431" tIns="45711" rIns="91431" bIns="45711"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EDECEA89-B313-4302-9956-254FEF807122}" type="slidenum">
              <a:rPr lang="en-US" smtClean="0">
                <a:solidFill>
                  <a:srgbClr val="474746"/>
                </a:solidFill>
              </a:rPr>
              <a:pPr/>
              <a:t>‹#›</a:t>
            </a:fld>
            <a:endParaRPr lang="en-US" dirty="0">
              <a:solidFill>
                <a:srgbClr val="474746"/>
              </a:solidFill>
            </a:endParaRPr>
          </a:p>
        </p:txBody>
      </p:sp>
      <p:sp>
        <p:nvSpPr>
          <p:cNvPr id="9" name="Round Diagonal Corner Rectangle 8"/>
          <p:cNvSpPr/>
          <p:nvPr userDrawn="1">
            <p:custDataLst>
              <p:tags r:id="rId4"/>
            </p:custDataLst>
          </p:nvPr>
        </p:nvSpPr>
        <p:spPr>
          <a:xfrm>
            <a:off x="243840" y="209682"/>
            <a:ext cx="8534400" cy="415637"/>
          </a:xfrm>
          <a:prstGeom prst="round2DiagRect">
            <a:avLst>
              <a:gd name="adj1" fmla="val 16667"/>
              <a:gd name="adj2" fmla="val 50000"/>
            </a:avLst>
          </a:prstGeom>
          <a:solidFill>
            <a:srgbClr val="F29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17" tIns="54853" rIns="109717" bIns="5485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731520"/>
            <a:endParaRPr lang="en-US" sz="1920" dirty="0">
              <a:solidFill>
                <a:srgbClr val="474746"/>
              </a:solidFill>
              <a:cs typeface="Arial" pitchFamily="34" charset="0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ctrTitle"/>
            <p:custDataLst>
              <p:tags r:id="rId5"/>
            </p:custDataLst>
          </p:nvPr>
        </p:nvSpPr>
        <p:spPr>
          <a:xfrm>
            <a:off x="278675" y="190435"/>
            <a:ext cx="8133805" cy="46100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1920" b="1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91621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731520" y="1920242"/>
            <a:ext cx="13167360" cy="5431155"/>
          </a:xfrm>
        </p:spPr>
        <p:txBody>
          <a:bodyPr/>
          <a:lstStyle>
            <a:lvl1pPr>
              <a:defRPr>
                <a:solidFill>
                  <a:schemeClr val="accent6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chemeClr val="accent6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accent6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accent6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1"/>
            <a:ext cx="14630400" cy="13933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80" dirty="0">
              <a:solidFill>
                <a:prstClr val="black"/>
              </a:solidFill>
              <a:latin typeface="Helvetica Light"/>
              <a:cs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0475130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49" userDrawn="1">
          <p15:clr>
            <a:srgbClr val="FBAE40"/>
          </p15:clr>
        </p15:guide>
        <p15:guide id="2" pos="576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1551" y="-181461"/>
            <a:ext cx="15295275" cy="8653485"/>
          </a:xfrm>
          <a:prstGeom prst="rect">
            <a:avLst/>
          </a:prstGeom>
        </p:spPr>
      </p:pic>
      <p:sp>
        <p:nvSpPr>
          <p:cNvPr id="6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780638" y="6329636"/>
            <a:ext cx="5892800" cy="693419"/>
          </a:xfrm>
        </p:spPr>
        <p:txBody>
          <a:bodyPr>
            <a:normAutofit/>
          </a:bodyPr>
          <a:lstStyle>
            <a:lvl1pPr marL="0" indent="0" algn="l">
              <a:buNone/>
              <a:defRPr sz="2560" baseline="0"/>
            </a:lvl1pPr>
          </a:lstStyle>
          <a:p>
            <a:pPr lvl="0"/>
            <a:r>
              <a:rPr lang="en-US" dirty="0"/>
              <a:t>Click to edit Presenter, Team</a:t>
            </a:r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780638" y="6939237"/>
            <a:ext cx="5892800" cy="591821"/>
          </a:xfrm>
        </p:spPr>
        <p:txBody>
          <a:bodyPr>
            <a:normAutofit/>
          </a:bodyPr>
          <a:lstStyle>
            <a:lvl1pPr marL="0" indent="0" algn="l">
              <a:buNone/>
              <a:defRPr sz="2560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edit Date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780638" y="3053166"/>
            <a:ext cx="11719981" cy="1191259"/>
          </a:xfrm>
        </p:spPr>
        <p:txBody>
          <a:bodyPr>
            <a:noAutofit/>
          </a:bodyPr>
          <a:lstStyle>
            <a:lvl1pPr marL="0" indent="0" algn="l">
              <a:buNone/>
              <a:defRPr sz="6400" b="1" baseline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780639" y="4253721"/>
            <a:ext cx="9666531" cy="780558"/>
          </a:xfrm>
        </p:spPr>
        <p:txBody>
          <a:bodyPr/>
          <a:lstStyle>
            <a:lvl1pPr marL="0" indent="0" algn="l"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420" y="680033"/>
            <a:ext cx="3913630" cy="936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7233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863" y="183898"/>
            <a:ext cx="13128486" cy="873186"/>
          </a:xfrm>
        </p:spPr>
        <p:txBody>
          <a:bodyPr/>
          <a:lstStyle>
            <a:lvl1pPr>
              <a:defRPr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>
                <a:solidFill>
                  <a:srgbClr val="414042"/>
                </a:solidFill>
              </a:defRPr>
            </a:lvl1pPr>
            <a:lvl2pPr marL="1188720" indent="-457200">
              <a:buFont typeface="Arial"/>
              <a:buChar char="•"/>
              <a:defRPr>
                <a:solidFill>
                  <a:srgbClr val="414042"/>
                </a:solidFill>
              </a:defRPr>
            </a:lvl2pPr>
            <a:lvl3pPr marL="1828800" indent="-365760">
              <a:buFont typeface="Arial"/>
              <a:buChar char="•"/>
              <a:defRPr>
                <a:solidFill>
                  <a:srgbClr val="414042"/>
                </a:solidFill>
              </a:defRPr>
            </a:lvl3pPr>
            <a:lvl4pPr>
              <a:defRPr>
                <a:solidFill>
                  <a:srgbClr val="414042"/>
                </a:solidFill>
              </a:defRPr>
            </a:lvl4pPr>
            <a:lvl5pPr>
              <a:defRPr>
                <a:solidFill>
                  <a:srgbClr val="41404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8092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Snipp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863" y="183898"/>
            <a:ext cx="13128486" cy="873186"/>
          </a:xfrm>
        </p:spPr>
        <p:txBody>
          <a:bodyPr/>
          <a:lstStyle>
            <a:lvl1pPr>
              <a:defRPr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1"/>
          </p:nvPr>
        </p:nvSpPr>
        <p:spPr>
          <a:xfrm>
            <a:off x="538581" y="1616653"/>
            <a:ext cx="13132387" cy="5827082"/>
          </a:xfrm>
          <a:noFill/>
        </p:spPr>
        <p:txBody>
          <a:bodyPr/>
          <a:lstStyle>
            <a:lvl1pPr marL="0" indent="0">
              <a:buNone/>
              <a:defRPr lang="en-US" sz="1760">
                <a:solidFill>
                  <a:srgbClr val="3366FF"/>
                </a:solidFill>
                <a:effectLst/>
                <a:latin typeface="Lucida Console" panose="020B0609040504020204" pitchFamily="49" charset="0"/>
              </a:defRPr>
            </a:lvl1pPr>
            <a:lvl2pPr marL="731520" indent="0">
              <a:buNone/>
              <a:defRPr>
                <a:latin typeface="Lucida Console" panose="020B0609040504020204" pitchFamily="49" charset="0"/>
              </a:defRPr>
            </a:lvl2pPr>
            <a:lvl3pPr marL="1463040" indent="0">
              <a:buNone/>
              <a:defRPr>
                <a:latin typeface="Lucida Console" panose="020B0609040504020204" pitchFamily="49" charset="0"/>
              </a:defRPr>
            </a:lvl3pPr>
            <a:lvl4pPr marL="2194560" indent="0">
              <a:buNone/>
              <a:defRPr>
                <a:latin typeface="Lucida Console" panose="020B0609040504020204" pitchFamily="49" charset="0"/>
              </a:defRPr>
            </a:lvl4pPr>
            <a:lvl5pPr marL="2926080" indent="0">
              <a:buNone/>
              <a:defRPr>
                <a:latin typeface="Lucida Console" panose="020B0609040504020204" pitchFamily="49" charset="0"/>
              </a:defRPr>
            </a:lvl5pPr>
          </a:lstStyle>
          <a:p>
            <a:endParaRPr lang="en-US" sz="176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638002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4230" y="3150724"/>
            <a:ext cx="12435840" cy="1488168"/>
          </a:xfrm>
        </p:spPr>
        <p:txBody>
          <a:bodyPr anchor="ctr">
            <a:noAutofit/>
          </a:bodyPr>
          <a:lstStyle>
            <a:lvl1pPr algn="l">
              <a:defRPr sz="6400" b="1" cap="none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3608478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863" y="183898"/>
            <a:ext cx="13128486" cy="873186"/>
          </a:xfrm>
        </p:spPr>
        <p:txBody>
          <a:bodyPr>
            <a:normAutofit/>
          </a:bodyPr>
          <a:lstStyle>
            <a:lvl1pPr>
              <a:defRPr sz="448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720" y="1620012"/>
            <a:ext cx="6461760" cy="5555317"/>
          </a:xfrm>
        </p:spPr>
        <p:txBody>
          <a:bodyPr/>
          <a:lstStyle>
            <a:lvl1pPr>
              <a:defRPr sz="3520">
                <a:solidFill>
                  <a:srgbClr val="414042"/>
                </a:solidFill>
              </a:defRPr>
            </a:lvl1pPr>
            <a:lvl2pPr>
              <a:defRPr sz="3200">
                <a:solidFill>
                  <a:srgbClr val="414042"/>
                </a:solidFill>
              </a:defRPr>
            </a:lvl2pPr>
            <a:lvl3pPr>
              <a:defRPr sz="2560">
                <a:solidFill>
                  <a:srgbClr val="414042"/>
                </a:solidFill>
              </a:defRPr>
            </a:lvl3pPr>
            <a:lvl4pPr>
              <a:defRPr sz="2560">
                <a:solidFill>
                  <a:srgbClr val="414042"/>
                </a:solidFill>
              </a:defRPr>
            </a:lvl4pPr>
            <a:lvl5pPr>
              <a:defRPr sz="2560">
                <a:solidFill>
                  <a:srgbClr val="414042"/>
                </a:solidFill>
              </a:defRPr>
            </a:lvl5pPr>
            <a:lvl6pPr>
              <a:defRPr sz="2880"/>
            </a:lvl6pPr>
            <a:lvl7pPr>
              <a:defRPr sz="2880"/>
            </a:lvl7pPr>
            <a:lvl8pPr>
              <a:defRPr sz="2880"/>
            </a:lvl8pPr>
            <a:lvl9pPr>
              <a:defRPr sz="288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39320" y="1620012"/>
            <a:ext cx="6461760" cy="5555317"/>
          </a:xfrm>
        </p:spPr>
        <p:txBody>
          <a:bodyPr/>
          <a:lstStyle>
            <a:lvl1pPr>
              <a:defRPr sz="3520">
                <a:solidFill>
                  <a:srgbClr val="414042"/>
                </a:solidFill>
              </a:defRPr>
            </a:lvl1pPr>
            <a:lvl2pPr>
              <a:defRPr sz="3200">
                <a:solidFill>
                  <a:srgbClr val="414042"/>
                </a:solidFill>
              </a:defRPr>
            </a:lvl2pPr>
            <a:lvl3pPr>
              <a:defRPr sz="2560">
                <a:solidFill>
                  <a:srgbClr val="414042"/>
                </a:solidFill>
              </a:defRPr>
            </a:lvl3pPr>
            <a:lvl4pPr>
              <a:defRPr sz="2560">
                <a:solidFill>
                  <a:srgbClr val="414042"/>
                </a:solidFill>
              </a:defRPr>
            </a:lvl4pPr>
            <a:lvl5pPr>
              <a:defRPr sz="2560">
                <a:solidFill>
                  <a:srgbClr val="414042"/>
                </a:solidFill>
              </a:defRPr>
            </a:lvl5pPr>
            <a:lvl6pPr>
              <a:defRPr sz="2880"/>
            </a:lvl6pPr>
            <a:lvl7pPr>
              <a:defRPr sz="2880"/>
            </a:lvl7pPr>
            <a:lvl8pPr>
              <a:defRPr sz="2880"/>
            </a:lvl8pPr>
            <a:lvl9pPr>
              <a:defRPr sz="288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5284730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0389" y="1612885"/>
            <a:ext cx="6464301" cy="767715"/>
          </a:xfrm>
        </p:spPr>
        <p:txBody>
          <a:bodyPr anchor="b">
            <a:noAutofit/>
          </a:bodyPr>
          <a:lstStyle>
            <a:lvl1pPr marL="0" indent="0">
              <a:buNone/>
              <a:defRPr sz="3200" b="1"/>
            </a:lvl1pPr>
            <a:lvl2pPr marL="731520" indent="0">
              <a:buNone/>
              <a:defRPr sz="3200" b="1"/>
            </a:lvl2pPr>
            <a:lvl3pPr marL="1463040" indent="0">
              <a:buNone/>
              <a:defRPr sz="2880" b="1"/>
            </a:lvl3pPr>
            <a:lvl4pPr marL="2194560" indent="0">
              <a:buNone/>
              <a:defRPr sz="2560" b="1"/>
            </a:lvl4pPr>
            <a:lvl5pPr marL="2926080" indent="0">
              <a:buNone/>
              <a:defRPr sz="2560" b="1"/>
            </a:lvl5pPr>
            <a:lvl6pPr marL="3657600" indent="0">
              <a:buNone/>
              <a:defRPr sz="2560" b="1"/>
            </a:lvl6pPr>
            <a:lvl7pPr marL="4389120" indent="0">
              <a:buNone/>
              <a:defRPr sz="2560" b="1"/>
            </a:lvl7pPr>
            <a:lvl8pPr marL="5120640" indent="0">
              <a:buNone/>
              <a:defRPr sz="2560" b="1"/>
            </a:lvl8pPr>
            <a:lvl9pPr marL="5852160" indent="0">
              <a:buNone/>
              <a:defRPr sz="256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0389" y="2380598"/>
            <a:ext cx="6464301" cy="4741546"/>
          </a:xfrm>
        </p:spPr>
        <p:txBody>
          <a:bodyPr/>
          <a:lstStyle>
            <a:lvl1pPr>
              <a:defRPr sz="3200"/>
            </a:lvl1pPr>
            <a:lvl2pPr>
              <a:defRPr sz="2880"/>
            </a:lvl2pPr>
            <a:lvl3pPr>
              <a:defRPr sz="2880"/>
            </a:lvl3pPr>
            <a:lvl4pPr>
              <a:defRPr sz="2880"/>
            </a:lvl4pPr>
            <a:lvl5pPr>
              <a:defRPr sz="2880"/>
            </a:lvl5pPr>
            <a:lvl6pPr>
              <a:defRPr sz="2560"/>
            </a:lvl6pPr>
            <a:lvl7pPr>
              <a:defRPr sz="2560"/>
            </a:lvl7pPr>
            <a:lvl8pPr>
              <a:defRPr sz="2560"/>
            </a:lvl8pPr>
            <a:lvl9pPr>
              <a:defRPr sz="256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38863" y="183898"/>
            <a:ext cx="13128486" cy="873186"/>
          </a:xfrm>
        </p:spPr>
        <p:txBody>
          <a:bodyPr>
            <a:normAutofit/>
          </a:bodyPr>
          <a:lstStyle>
            <a:lvl1pPr>
              <a:defRPr sz="448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40911" y="1612885"/>
            <a:ext cx="6466840" cy="767715"/>
          </a:xfrm>
        </p:spPr>
        <p:txBody>
          <a:bodyPr anchor="b">
            <a:normAutofit/>
          </a:bodyPr>
          <a:lstStyle>
            <a:lvl1pPr marL="0" indent="0">
              <a:buNone/>
              <a:defRPr sz="3200" b="1"/>
            </a:lvl1pPr>
            <a:lvl2pPr marL="731520" indent="0">
              <a:buNone/>
              <a:defRPr sz="3200" b="1"/>
            </a:lvl2pPr>
            <a:lvl3pPr marL="1463040" indent="0">
              <a:buNone/>
              <a:defRPr sz="2880" b="1"/>
            </a:lvl3pPr>
            <a:lvl4pPr marL="2194560" indent="0">
              <a:buNone/>
              <a:defRPr sz="2560" b="1"/>
            </a:lvl4pPr>
            <a:lvl5pPr marL="2926080" indent="0">
              <a:buNone/>
              <a:defRPr sz="2560" b="1"/>
            </a:lvl5pPr>
            <a:lvl6pPr marL="3657600" indent="0">
              <a:buNone/>
              <a:defRPr sz="2560" b="1"/>
            </a:lvl6pPr>
            <a:lvl7pPr marL="4389120" indent="0">
              <a:buNone/>
              <a:defRPr sz="2560" b="1"/>
            </a:lvl7pPr>
            <a:lvl8pPr marL="5120640" indent="0">
              <a:buNone/>
              <a:defRPr sz="2560" b="1"/>
            </a:lvl8pPr>
            <a:lvl9pPr marL="5852160" indent="0">
              <a:buNone/>
              <a:defRPr sz="25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5"/>
          <p:cNvSpPr>
            <a:spLocks noGrp="1"/>
          </p:cNvSpPr>
          <p:nvPr>
            <p:ph sz="quarter" idx="4"/>
          </p:nvPr>
        </p:nvSpPr>
        <p:spPr>
          <a:xfrm>
            <a:off x="7240911" y="2380598"/>
            <a:ext cx="6466840" cy="4741546"/>
          </a:xfrm>
        </p:spPr>
        <p:txBody>
          <a:bodyPr/>
          <a:lstStyle>
            <a:lvl1pPr>
              <a:defRPr sz="3200"/>
            </a:lvl1pPr>
            <a:lvl2pPr>
              <a:defRPr sz="2880"/>
            </a:lvl2pPr>
            <a:lvl3pPr>
              <a:defRPr sz="2880"/>
            </a:lvl3pPr>
            <a:lvl4pPr>
              <a:defRPr sz="2880"/>
            </a:lvl4pPr>
            <a:lvl5pPr>
              <a:defRPr sz="2880"/>
            </a:lvl5pPr>
            <a:lvl6pPr>
              <a:defRPr sz="2560"/>
            </a:lvl6pPr>
            <a:lvl7pPr>
              <a:defRPr sz="2560"/>
            </a:lvl7pPr>
            <a:lvl8pPr>
              <a:defRPr sz="2560"/>
            </a:lvl8pPr>
            <a:lvl9pPr>
              <a:defRPr sz="25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238051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863" y="183898"/>
            <a:ext cx="13128486" cy="87318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0030" y="1618467"/>
            <a:ext cx="3908213" cy="5431155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80"/>
            </a:lvl2pPr>
            <a:lvl3pPr>
              <a:defRPr sz="2560"/>
            </a:lvl3pPr>
            <a:lvl4pPr marL="2194560" indent="0">
              <a:buNone/>
              <a:defRPr sz="2560"/>
            </a:lvl4pPr>
            <a:lvl5pPr>
              <a:defRPr sz="2560"/>
            </a:lvl5pPr>
            <a:lvl6pPr>
              <a:defRPr sz="2880"/>
            </a:lvl6pPr>
            <a:lvl7pPr>
              <a:defRPr sz="2880"/>
            </a:lvl7pPr>
            <a:lvl8pPr>
              <a:defRPr sz="2880"/>
            </a:lvl8pPr>
            <a:lvl9pPr>
              <a:defRPr sz="28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half" idx="10"/>
          </p:nvPr>
        </p:nvSpPr>
        <p:spPr>
          <a:xfrm>
            <a:off x="5169602" y="1618467"/>
            <a:ext cx="3908213" cy="5431155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80"/>
            </a:lvl2pPr>
            <a:lvl3pPr>
              <a:defRPr sz="2560"/>
            </a:lvl3pPr>
            <a:lvl4pPr marL="2194560" indent="0">
              <a:buNone/>
              <a:defRPr sz="2560"/>
            </a:lvl4pPr>
            <a:lvl5pPr>
              <a:defRPr sz="2560"/>
            </a:lvl5pPr>
            <a:lvl6pPr>
              <a:defRPr sz="2880"/>
            </a:lvl6pPr>
            <a:lvl7pPr>
              <a:defRPr sz="2880"/>
            </a:lvl7pPr>
            <a:lvl8pPr>
              <a:defRPr sz="2880"/>
            </a:lvl8pPr>
            <a:lvl9pPr>
              <a:defRPr sz="28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1"/>
          </p:nvPr>
        </p:nvSpPr>
        <p:spPr>
          <a:xfrm>
            <a:off x="9799177" y="1618467"/>
            <a:ext cx="3908213" cy="5431155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80"/>
            </a:lvl2pPr>
            <a:lvl3pPr>
              <a:defRPr sz="2560"/>
            </a:lvl3pPr>
            <a:lvl4pPr marL="2194560" indent="0">
              <a:buNone/>
              <a:defRPr sz="2560"/>
            </a:lvl4pPr>
            <a:lvl5pPr>
              <a:defRPr sz="2560"/>
            </a:lvl5pPr>
            <a:lvl6pPr>
              <a:defRPr sz="2880"/>
            </a:lvl6pPr>
            <a:lvl7pPr>
              <a:defRPr sz="2880"/>
            </a:lvl7pPr>
            <a:lvl8pPr>
              <a:defRPr sz="2880"/>
            </a:lvl8pPr>
            <a:lvl9pPr>
              <a:defRPr sz="28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85852809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- 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863" y="183898"/>
            <a:ext cx="13128486" cy="87230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2"/>
          </p:nvPr>
        </p:nvSpPr>
        <p:spPr>
          <a:xfrm>
            <a:off x="540387" y="5003334"/>
            <a:ext cx="2875280" cy="545504"/>
          </a:xfrm>
        </p:spPr>
        <p:txBody>
          <a:bodyPr>
            <a:noAutofit/>
          </a:bodyPr>
          <a:lstStyle>
            <a:lvl1pPr marL="0" indent="0" algn="ctr">
              <a:buNone/>
              <a:defRPr sz="2240">
                <a:solidFill>
                  <a:srgbClr val="414042"/>
                </a:solidFill>
              </a:defRPr>
            </a:lvl1pPr>
            <a:lvl2pPr marL="731520" indent="0">
              <a:buNone/>
              <a:defRPr sz="1920"/>
            </a:lvl2pPr>
            <a:lvl3pPr marL="1463040" indent="0">
              <a:buNone/>
              <a:defRPr sz="1600"/>
            </a:lvl3pPr>
            <a:lvl4pPr marL="2194560" indent="0">
              <a:buNone/>
              <a:defRPr sz="1440"/>
            </a:lvl4pPr>
            <a:lvl5pPr marL="2926080" indent="0">
              <a:buNone/>
              <a:defRPr sz="1440"/>
            </a:lvl5pPr>
            <a:lvl6pPr marL="3657600" indent="0">
              <a:buNone/>
              <a:defRPr sz="1440"/>
            </a:lvl6pPr>
            <a:lvl7pPr marL="4389120" indent="0">
              <a:buNone/>
              <a:defRPr sz="1440"/>
            </a:lvl7pPr>
            <a:lvl8pPr marL="5120640" indent="0">
              <a:buNone/>
              <a:defRPr sz="1440"/>
            </a:lvl8pPr>
            <a:lvl9pPr marL="5852160" indent="0">
              <a:buNone/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1"/>
          </p:nvPr>
        </p:nvSpPr>
        <p:spPr>
          <a:xfrm>
            <a:off x="3994795" y="5003334"/>
            <a:ext cx="2875280" cy="545504"/>
          </a:xfrm>
        </p:spPr>
        <p:txBody>
          <a:bodyPr>
            <a:noAutofit/>
          </a:bodyPr>
          <a:lstStyle>
            <a:lvl1pPr marL="0" indent="0" algn="ctr">
              <a:buNone/>
              <a:defRPr sz="2240">
                <a:solidFill>
                  <a:srgbClr val="414042"/>
                </a:solidFill>
              </a:defRPr>
            </a:lvl1pPr>
            <a:lvl2pPr marL="731520" indent="0">
              <a:buNone/>
              <a:defRPr sz="1920"/>
            </a:lvl2pPr>
            <a:lvl3pPr marL="1463040" indent="0">
              <a:buNone/>
              <a:defRPr sz="1600"/>
            </a:lvl3pPr>
            <a:lvl4pPr marL="2194560" indent="0">
              <a:buNone/>
              <a:defRPr sz="1440"/>
            </a:lvl4pPr>
            <a:lvl5pPr marL="2926080" indent="0">
              <a:buNone/>
              <a:defRPr sz="1440"/>
            </a:lvl5pPr>
            <a:lvl6pPr marL="3657600" indent="0">
              <a:buNone/>
              <a:defRPr sz="1440"/>
            </a:lvl6pPr>
            <a:lvl7pPr marL="4389120" indent="0">
              <a:buNone/>
              <a:defRPr sz="1440"/>
            </a:lvl7pPr>
            <a:lvl8pPr marL="5120640" indent="0">
              <a:buNone/>
              <a:defRPr sz="1440"/>
            </a:lvl8pPr>
            <a:lvl9pPr marL="5852160" indent="0">
              <a:buNone/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13"/>
          </p:nvPr>
        </p:nvSpPr>
        <p:spPr>
          <a:xfrm>
            <a:off x="7415336" y="5003334"/>
            <a:ext cx="2875280" cy="545504"/>
          </a:xfrm>
        </p:spPr>
        <p:txBody>
          <a:bodyPr>
            <a:noAutofit/>
          </a:bodyPr>
          <a:lstStyle>
            <a:lvl1pPr marL="0" indent="0" algn="ctr">
              <a:buNone/>
              <a:defRPr sz="2240">
                <a:solidFill>
                  <a:srgbClr val="414042"/>
                </a:solidFill>
              </a:defRPr>
            </a:lvl1pPr>
            <a:lvl2pPr marL="731520" indent="0">
              <a:buNone/>
              <a:defRPr sz="1920"/>
            </a:lvl2pPr>
            <a:lvl3pPr marL="1463040" indent="0">
              <a:buNone/>
              <a:defRPr sz="1600"/>
            </a:lvl3pPr>
            <a:lvl4pPr marL="2194560" indent="0">
              <a:buNone/>
              <a:defRPr sz="1440"/>
            </a:lvl4pPr>
            <a:lvl5pPr marL="2926080" indent="0">
              <a:buNone/>
              <a:defRPr sz="1440"/>
            </a:lvl5pPr>
            <a:lvl6pPr marL="3657600" indent="0">
              <a:buNone/>
              <a:defRPr sz="1440"/>
            </a:lvl6pPr>
            <a:lvl7pPr marL="4389120" indent="0">
              <a:buNone/>
              <a:defRPr sz="1440"/>
            </a:lvl7pPr>
            <a:lvl8pPr marL="5120640" indent="0">
              <a:buNone/>
              <a:defRPr sz="1440"/>
            </a:lvl8pPr>
            <a:lvl9pPr marL="5852160" indent="0">
              <a:buNone/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184552" y="5003334"/>
            <a:ext cx="2875280" cy="545504"/>
          </a:xfrm>
        </p:spPr>
        <p:txBody>
          <a:bodyPr>
            <a:noAutofit/>
          </a:bodyPr>
          <a:lstStyle>
            <a:lvl1pPr marL="0" indent="0" algn="ctr">
              <a:buNone/>
              <a:defRPr sz="2240">
                <a:solidFill>
                  <a:srgbClr val="414042"/>
                </a:solidFill>
              </a:defRPr>
            </a:lvl1pPr>
            <a:lvl2pPr marL="731520" indent="0">
              <a:buNone/>
              <a:defRPr sz="1920"/>
            </a:lvl2pPr>
            <a:lvl3pPr marL="1463040" indent="0">
              <a:buNone/>
              <a:defRPr sz="1600"/>
            </a:lvl3pPr>
            <a:lvl4pPr marL="2194560" indent="0">
              <a:buNone/>
              <a:defRPr sz="1440"/>
            </a:lvl4pPr>
            <a:lvl5pPr marL="2926080" indent="0">
              <a:buNone/>
              <a:defRPr sz="1440"/>
            </a:lvl5pPr>
            <a:lvl6pPr marL="3657600" indent="0">
              <a:buNone/>
              <a:defRPr sz="1440"/>
            </a:lvl6pPr>
            <a:lvl7pPr marL="4389120" indent="0">
              <a:buNone/>
              <a:defRPr sz="1440"/>
            </a:lvl7pPr>
            <a:lvl8pPr marL="5120640" indent="0">
              <a:buNone/>
              <a:defRPr sz="1440"/>
            </a:lvl8pPr>
            <a:lvl9pPr marL="5852160" indent="0">
              <a:buNone/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540387" y="2566967"/>
            <a:ext cx="2875280" cy="2151379"/>
          </a:xfrm>
        </p:spPr>
        <p:txBody>
          <a:bodyPr>
            <a:normAutofit/>
          </a:bodyPr>
          <a:lstStyle>
            <a:lvl1pPr>
              <a:defRPr sz="224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3994795" y="2566967"/>
            <a:ext cx="2875280" cy="2151379"/>
          </a:xfrm>
        </p:spPr>
        <p:txBody>
          <a:bodyPr>
            <a:normAutofit/>
          </a:bodyPr>
          <a:lstStyle>
            <a:lvl1pPr>
              <a:defRPr sz="224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7" name="Picture Placeholder 2"/>
          <p:cNvSpPr>
            <a:spLocks noGrp="1"/>
          </p:cNvSpPr>
          <p:nvPr>
            <p:ph type="pic" sz="quarter" idx="18"/>
          </p:nvPr>
        </p:nvSpPr>
        <p:spPr>
          <a:xfrm>
            <a:off x="7415336" y="2566967"/>
            <a:ext cx="2875280" cy="2151379"/>
          </a:xfrm>
        </p:spPr>
        <p:txBody>
          <a:bodyPr>
            <a:normAutofit/>
          </a:bodyPr>
          <a:lstStyle>
            <a:lvl1pPr>
              <a:defRPr sz="224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11184552" y="2566967"/>
            <a:ext cx="2875280" cy="2151379"/>
          </a:xfrm>
        </p:spPr>
        <p:txBody>
          <a:bodyPr>
            <a:normAutofit/>
          </a:bodyPr>
          <a:lstStyle>
            <a:lvl1pPr>
              <a:defRPr sz="224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301444231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 - 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863" y="183898"/>
            <a:ext cx="13128486" cy="87230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/>
          <p:cNvSpPr>
            <a:spLocks noGrp="1"/>
          </p:cNvSpPr>
          <p:nvPr>
            <p:ph type="body" sz="half" idx="2"/>
          </p:nvPr>
        </p:nvSpPr>
        <p:spPr>
          <a:xfrm>
            <a:off x="543902" y="3443035"/>
            <a:ext cx="3078480" cy="545504"/>
          </a:xfrm>
        </p:spPr>
        <p:txBody>
          <a:bodyPr>
            <a:noAutofit/>
          </a:bodyPr>
          <a:lstStyle>
            <a:lvl1pPr marL="0" indent="0" algn="ctr">
              <a:buNone/>
              <a:defRPr sz="1760" b="0" i="0">
                <a:solidFill>
                  <a:srgbClr val="414042"/>
                </a:solidFill>
                <a:latin typeface="Amazon Ember Light" charset="0"/>
                <a:ea typeface="Amazon Ember Light" charset="0"/>
                <a:cs typeface="Amazon Ember Light" charset="0"/>
              </a:defRPr>
            </a:lvl1pPr>
            <a:lvl2pPr marL="731520" indent="0">
              <a:buNone/>
              <a:defRPr sz="1920"/>
            </a:lvl2pPr>
            <a:lvl3pPr marL="1463040" indent="0">
              <a:buNone/>
              <a:defRPr sz="1600"/>
            </a:lvl3pPr>
            <a:lvl4pPr marL="2194560" indent="0">
              <a:buNone/>
              <a:defRPr sz="1440"/>
            </a:lvl4pPr>
            <a:lvl5pPr marL="2926080" indent="0">
              <a:buNone/>
              <a:defRPr sz="1440"/>
            </a:lvl5pPr>
            <a:lvl6pPr marL="3657600" indent="0">
              <a:buNone/>
              <a:defRPr sz="1440"/>
            </a:lvl6pPr>
            <a:lvl7pPr marL="4389120" indent="0">
              <a:buNone/>
              <a:defRPr sz="1440"/>
            </a:lvl7pPr>
            <a:lvl8pPr marL="5120640" indent="0">
              <a:buNone/>
              <a:defRPr sz="1440"/>
            </a:lvl8pPr>
            <a:lvl9pPr marL="5852160" indent="0">
              <a:buNone/>
              <a:defRPr sz="144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11"/>
          </p:nvPr>
        </p:nvSpPr>
        <p:spPr>
          <a:xfrm>
            <a:off x="5566902" y="3443035"/>
            <a:ext cx="3078480" cy="545504"/>
          </a:xfrm>
        </p:spPr>
        <p:txBody>
          <a:bodyPr>
            <a:noAutofit/>
          </a:bodyPr>
          <a:lstStyle>
            <a:lvl1pPr marL="0" indent="0" algn="ctr">
              <a:buNone/>
              <a:defRPr sz="1760" b="0" i="0">
                <a:solidFill>
                  <a:srgbClr val="414042"/>
                </a:solidFill>
                <a:latin typeface="Amazon Ember Light" charset="0"/>
                <a:ea typeface="Amazon Ember Light" charset="0"/>
                <a:cs typeface="Amazon Ember Light" charset="0"/>
              </a:defRPr>
            </a:lvl1pPr>
            <a:lvl2pPr marL="731520" indent="0">
              <a:buNone/>
              <a:defRPr sz="1920"/>
            </a:lvl2pPr>
            <a:lvl3pPr marL="1463040" indent="0">
              <a:buNone/>
              <a:defRPr sz="1600"/>
            </a:lvl3pPr>
            <a:lvl4pPr marL="2194560" indent="0">
              <a:buNone/>
              <a:defRPr sz="1440"/>
            </a:lvl4pPr>
            <a:lvl5pPr marL="2926080" indent="0">
              <a:buNone/>
              <a:defRPr sz="1440"/>
            </a:lvl5pPr>
            <a:lvl6pPr marL="3657600" indent="0">
              <a:buNone/>
              <a:defRPr sz="1440"/>
            </a:lvl6pPr>
            <a:lvl7pPr marL="4389120" indent="0">
              <a:buNone/>
              <a:defRPr sz="1440"/>
            </a:lvl7pPr>
            <a:lvl8pPr marL="5120640" indent="0">
              <a:buNone/>
              <a:defRPr sz="1440"/>
            </a:lvl8pPr>
            <a:lvl9pPr marL="5852160" indent="0">
              <a:buNone/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half" idx="13"/>
          </p:nvPr>
        </p:nvSpPr>
        <p:spPr>
          <a:xfrm>
            <a:off x="10599968" y="3443035"/>
            <a:ext cx="3078480" cy="545504"/>
          </a:xfrm>
        </p:spPr>
        <p:txBody>
          <a:bodyPr>
            <a:noAutofit/>
          </a:bodyPr>
          <a:lstStyle>
            <a:lvl1pPr marL="0" indent="0" algn="ctr">
              <a:buNone/>
              <a:defRPr sz="1760" b="0" i="0">
                <a:solidFill>
                  <a:srgbClr val="414042"/>
                </a:solidFill>
                <a:latin typeface="Amazon Ember Light" charset="0"/>
                <a:ea typeface="Amazon Ember Light" charset="0"/>
                <a:cs typeface="Amazon Ember Light" charset="0"/>
              </a:defRPr>
            </a:lvl1pPr>
            <a:lvl2pPr marL="731520" indent="0">
              <a:buNone/>
              <a:defRPr sz="1920"/>
            </a:lvl2pPr>
            <a:lvl3pPr marL="1463040" indent="0">
              <a:buNone/>
              <a:defRPr sz="1600"/>
            </a:lvl3pPr>
            <a:lvl4pPr marL="2194560" indent="0">
              <a:buNone/>
              <a:defRPr sz="1440"/>
            </a:lvl4pPr>
            <a:lvl5pPr marL="2926080" indent="0">
              <a:buNone/>
              <a:defRPr sz="1440"/>
            </a:lvl5pPr>
            <a:lvl6pPr marL="3657600" indent="0">
              <a:buNone/>
              <a:defRPr sz="1440"/>
            </a:lvl6pPr>
            <a:lvl7pPr marL="4389120" indent="0">
              <a:buNone/>
              <a:defRPr sz="1440"/>
            </a:lvl7pPr>
            <a:lvl8pPr marL="5120640" indent="0">
              <a:buNone/>
              <a:defRPr sz="1440"/>
            </a:lvl8pPr>
            <a:lvl9pPr marL="5852160" indent="0">
              <a:buNone/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15"/>
          </p:nvPr>
        </p:nvSpPr>
        <p:spPr>
          <a:xfrm>
            <a:off x="543902" y="6341824"/>
            <a:ext cx="3078480" cy="545504"/>
          </a:xfrm>
        </p:spPr>
        <p:txBody>
          <a:bodyPr>
            <a:noAutofit/>
          </a:bodyPr>
          <a:lstStyle>
            <a:lvl1pPr marL="0" indent="0" algn="ctr">
              <a:buNone/>
              <a:defRPr sz="1760" b="0" i="0">
                <a:solidFill>
                  <a:srgbClr val="414042"/>
                </a:solidFill>
                <a:latin typeface="Amazon Ember Light" charset="0"/>
                <a:ea typeface="Amazon Ember Light" charset="0"/>
                <a:cs typeface="Amazon Ember Light" charset="0"/>
              </a:defRPr>
            </a:lvl1pPr>
            <a:lvl2pPr marL="731520" indent="0">
              <a:buNone/>
              <a:defRPr sz="1920"/>
            </a:lvl2pPr>
            <a:lvl3pPr marL="1463040" indent="0">
              <a:buNone/>
              <a:defRPr sz="1600"/>
            </a:lvl3pPr>
            <a:lvl4pPr marL="2194560" indent="0">
              <a:buNone/>
              <a:defRPr sz="1440"/>
            </a:lvl4pPr>
            <a:lvl5pPr marL="2926080" indent="0">
              <a:buNone/>
              <a:defRPr sz="1440"/>
            </a:lvl5pPr>
            <a:lvl6pPr marL="3657600" indent="0">
              <a:buNone/>
              <a:defRPr sz="1440"/>
            </a:lvl6pPr>
            <a:lvl7pPr marL="4389120" indent="0">
              <a:buNone/>
              <a:defRPr sz="1440"/>
            </a:lvl7pPr>
            <a:lvl8pPr marL="5120640" indent="0">
              <a:buNone/>
              <a:defRPr sz="1440"/>
            </a:lvl8pPr>
            <a:lvl9pPr marL="5852160" indent="0">
              <a:buNone/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17"/>
          </p:nvPr>
        </p:nvSpPr>
        <p:spPr>
          <a:xfrm>
            <a:off x="5566893" y="6341824"/>
            <a:ext cx="3078480" cy="545504"/>
          </a:xfrm>
        </p:spPr>
        <p:txBody>
          <a:bodyPr>
            <a:noAutofit/>
          </a:bodyPr>
          <a:lstStyle>
            <a:lvl1pPr marL="0" indent="0" algn="ctr">
              <a:buNone/>
              <a:defRPr sz="1760" b="0" i="0">
                <a:solidFill>
                  <a:srgbClr val="414042"/>
                </a:solidFill>
                <a:latin typeface="Amazon Ember Light" charset="0"/>
                <a:ea typeface="Amazon Ember Light" charset="0"/>
                <a:cs typeface="Amazon Ember Light" charset="0"/>
              </a:defRPr>
            </a:lvl1pPr>
            <a:lvl2pPr marL="731520" indent="0">
              <a:buNone/>
              <a:defRPr sz="1920"/>
            </a:lvl2pPr>
            <a:lvl3pPr marL="1463040" indent="0">
              <a:buNone/>
              <a:defRPr sz="1600"/>
            </a:lvl3pPr>
            <a:lvl4pPr marL="2194560" indent="0">
              <a:buNone/>
              <a:defRPr sz="1440"/>
            </a:lvl4pPr>
            <a:lvl5pPr marL="2926080" indent="0">
              <a:buNone/>
              <a:defRPr sz="1440"/>
            </a:lvl5pPr>
            <a:lvl6pPr marL="3657600" indent="0">
              <a:buNone/>
              <a:defRPr sz="1440"/>
            </a:lvl6pPr>
            <a:lvl7pPr marL="4389120" indent="0">
              <a:buNone/>
              <a:defRPr sz="1440"/>
            </a:lvl7pPr>
            <a:lvl8pPr marL="5120640" indent="0">
              <a:buNone/>
              <a:defRPr sz="1440"/>
            </a:lvl8pPr>
            <a:lvl9pPr marL="5852160" indent="0">
              <a:buNone/>
              <a:defRPr sz="144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9"/>
          </p:nvPr>
        </p:nvSpPr>
        <p:spPr>
          <a:xfrm>
            <a:off x="10599958" y="6341824"/>
            <a:ext cx="3078480" cy="545504"/>
          </a:xfrm>
        </p:spPr>
        <p:txBody>
          <a:bodyPr>
            <a:noAutofit/>
          </a:bodyPr>
          <a:lstStyle>
            <a:lvl1pPr marL="0" indent="0" algn="ctr">
              <a:buNone/>
              <a:defRPr sz="1760" b="0" i="0">
                <a:solidFill>
                  <a:srgbClr val="414042"/>
                </a:solidFill>
                <a:latin typeface="Amazon Ember Light" charset="0"/>
                <a:ea typeface="Amazon Ember Light" charset="0"/>
                <a:cs typeface="Amazon Ember Light" charset="0"/>
              </a:defRPr>
            </a:lvl1pPr>
            <a:lvl2pPr marL="731520" indent="0">
              <a:buNone/>
              <a:defRPr sz="1920"/>
            </a:lvl2pPr>
            <a:lvl3pPr marL="1463040" indent="0">
              <a:buNone/>
              <a:defRPr sz="1600"/>
            </a:lvl3pPr>
            <a:lvl4pPr marL="2194560" indent="0">
              <a:buNone/>
              <a:defRPr sz="1440"/>
            </a:lvl4pPr>
            <a:lvl5pPr marL="2926080" indent="0">
              <a:buNone/>
              <a:defRPr sz="1440"/>
            </a:lvl5pPr>
            <a:lvl6pPr marL="3657600" indent="0">
              <a:buNone/>
              <a:defRPr sz="1440"/>
            </a:lvl6pPr>
            <a:lvl7pPr marL="4389120" indent="0">
              <a:buNone/>
              <a:defRPr sz="1440"/>
            </a:lvl7pPr>
            <a:lvl8pPr marL="5120640" indent="0">
              <a:buNone/>
              <a:defRPr sz="1440"/>
            </a:lvl8pPr>
            <a:lvl9pPr marL="5852160" indent="0">
              <a:buNone/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20"/>
          </p:nvPr>
        </p:nvSpPr>
        <p:spPr>
          <a:xfrm>
            <a:off x="543902" y="1485278"/>
            <a:ext cx="3078480" cy="1761067"/>
          </a:xfrm>
        </p:spPr>
        <p:txBody>
          <a:bodyPr>
            <a:normAutofit/>
          </a:bodyPr>
          <a:lstStyle>
            <a:lvl1pPr>
              <a:defRPr sz="224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5566893" y="1485278"/>
            <a:ext cx="3078480" cy="1761067"/>
          </a:xfrm>
        </p:spPr>
        <p:txBody>
          <a:bodyPr>
            <a:normAutofit/>
          </a:bodyPr>
          <a:lstStyle>
            <a:lvl1pPr>
              <a:defRPr sz="224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22"/>
          </p:nvPr>
        </p:nvSpPr>
        <p:spPr>
          <a:xfrm>
            <a:off x="10599958" y="1485278"/>
            <a:ext cx="3078480" cy="1761067"/>
          </a:xfrm>
        </p:spPr>
        <p:txBody>
          <a:bodyPr>
            <a:normAutofit/>
          </a:bodyPr>
          <a:lstStyle>
            <a:lvl1pPr>
              <a:defRPr sz="224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23"/>
          </p:nvPr>
        </p:nvSpPr>
        <p:spPr>
          <a:xfrm>
            <a:off x="543902" y="4451796"/>
            <a:ext cx="3078480" cy="1761067"/>
          </a:xfrm>
        </p:spPr>
        <p:txBody>
          <a:bodyPr>
            <a:normAutofit/>
          </a:bodyPr>
          <a:lstStyle>
            <a:lvl1pPr>
              <a:defRPr sz="224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24"/>
          </p:nvPr>
        </p:nvSpPr>
        <p:spPr>
          <a:xfrm>
            <a:off x="5566893" y="4451796"/>
            <a:ext cx="3078480" cy="1761067"/>
          </a:xfrm>
        </p:spPr>
        <p:txBody>
          <a:bodyPr>
            <a:normAutofit/>
          </a:bodyPr>
          <a:lstStyle>
            <a:lvl1pPr>
              <a:defRPr sz="224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25"/>
          </p:nvPr>
        </p:nvSpPr>
        <p:spPr>
          <a:xfrm>
            <a:off x="10599958" y="4451796"/>
            <a:ext cx="3078480" cy="1761067"/>
          </a:xfrm>
        </p:spPr>
        <p:txBody>
          <a:bodyPr>
            <a:normAutofit/>
          </a:bodyPr>
          <a:lstStyle>
            <a:lvl1pPr>
              <a:defRPr sz="2240">
                <a:solidFill>
                  <a:srgbClr val="414042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378340488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863" y="183898"/>
            <a:ext cx="13128486" cy="87230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3269036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889128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961508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-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8171" y="-11343"/>
            <a:ext cx="14846741" cy="8399722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4516341" y="-4548146"/>
            <a:ext cx="184731" cy="801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608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11897959" y="9767944"/>
            <a:ext cx="184731" cy="801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608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58636" y="2679085"/>
            <a:ext cx="9711266" cy="2001069"/>
          </a:xfrm>
        </p:spPr>
        <p:txBody>
          <a:bodyPr anchor="ctr" anchorCtr="0">
            <a:no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3986" y="7529805"/>
            <a:ext cx="1773363" cy="424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37910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 -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4516341" y="-4548146"/>
            <a:ext cx="184731" cy="801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608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11897959" y="9767944"/>
            <a:ext cx="184731" cy="801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608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3960417" y="1488238"/>
            <a:ext cx="9711266" cy="2001069"/>
          </a:xfrm>
        </p:spPr>
        <p:txBody>
          <a:bodyPr anchor="ctr" anchorCtr="0">
            <a:noAutofit/>
          </a:bodyPr>
          <a:lstStyle>
            <a:lvl1pPr algn="r"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371246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 -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4516341" y="-4548146"/>
            <a:ext cx="184731" cy="801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608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11897959" y="9767944"/>
            <a:ext cx="184731" cy="801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608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58636" y="2679085"/>
            <a:ext cx="9711266" cy="2001069"/>
          </a:xfrm>
        </p:spPr>
        <p:txBody>
          <a:bodyPr anchor="ctr" anchorCtr="0">
            <a:no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12304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85123" y="2481329"/>
            <a:ext cx="12435840" cy="1634490"/>
          </a:xfrm>
        </p:spPr>
        <p:txBody>
          <a:bodyPr anchor="ctr">
            <a:noAutofit/>
          </a:bodyPr>
          <a:lstStyle>
            <a:lvl1pPr algn="l">
              <a:defRPr sz="6400" b="1" cap="none"/>
            </a:lvl1pPr>
          </a:lstStyle>
          <a:p>
            <a:r>
              <a:rPr lang="en-US" dirty="0"/>
              <a:t>Thank you!</a:t>
            </a:r>
          </a:p>
        </p:txBody>
      </p:sp>
      <p:sp>
        <p:nvSpPr>
          <p:cNvPr id="3" name="Text Placeholder 11"/>
          <p:cNvSpPr>
            <a:spLocks noGrp="1"/>
          </p:cNvSpPr>
          <p:nvPr>
            <p:ph type="body" sz="quarter" idx="10"/>
          </p:nvPr>
        </p:nvSpPr>
        <p:spPr>
          <a:xfrm>
            <a:off x="780638" y="4115820"/>
            <a:ext cx="5892800" cy="693419"/>
          </a:xfrm>
        </p:spPr>
        <p:txBody>
          <a:bodyPr>
            <a:normAutofit/>
          </a:bodyPr>
          <a:lstStyle>
            <a:lvl1pPr marL="0" indent="0" algn="l">
              <a:buNone/>
              <a:defRPr sz="256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08604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8863" y="183898"/>
            <a:ext cx="13128486" cy="13716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4947" y="1614931"/>
            <a:ext cx="13128486" cy="56862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782640" y="7683901"/>
            <a:ext cx="4844438" cy="1723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20" b="0" i="0" dirty="0">
                <a:solidFill>
                  <a:schemeClr val="bg1"/>
                </a:solidFill>
                <a:latin typeface="Amazon Ember Regular" charset="0"/>
              </a:rPr>
              <a:t>© 2020, Amazon Web Services, Inc. or its Affiliates.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3986" y="7529805"/>
            <a:ext cx="1773363" cy="424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1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99" r:id="rId2"/>
    <p:sldLayoutId id="2147483676" r:id="rId3"/>
    <p:sldLayoutId id="2147483692" r:id="rId4"/>
    <p:sldLayoutId id="2147483677" r:id="rId5"/>
    <p:sldLayoutId id="2147483678" r:id="rId6"/>
    <p:sldLayoutId id="2147483679" r:id="rId7"/>
    <p:sldLayoutId id="2147483689" r:id="rId8"/>
    <p:sldLayoutId id="2147483690" r:id="rId9"/>
    <p:sldLayoutId id="2147483691" r:id="rId10"/>
    <p:sldLayoutId id="2147483680" r:id="rId11"/>
    <p:sldLayoutId id="2147483681" r:id="rId12"/>
    <p:sldLayoutId id="2147483682" r:id="rId13"/>
    <p:sldLayoutId id="2147483693" r:id="rId14"/>
    <p:sldLayoutId id="2147483694" r:id="rId15"/>
    <p:sldLayoutId id="2147483695" r:id="rId16"/>
    <p:sldLayoutId id="2147483687" r:id="rId17"/>
    <p:sldLayoutId id="2147483696" r:id="rId18"/>
    <p:sldLayoutId id="2147483698" r:id="rId19"/>
  </p:sldLayoutIdLst>
  <p:hf hdr="0" ftr="0" dt="0"/>
  <p:txStyles>
    <p:titleStyle>
      <a:lvl1pPr algn="l" defTabSz="731520" rtl="0" eaLnBrk="1" latinLnBrk="0" hangingPunct="1">
        <a:spcBef>
          <a:spcPct val="0"/>
        </a:spcBef>
        <a:buNone/>
        <a:defRPr sz="4480" b="0" i="0" kern="1200">
          <a:solidFill>
            <a:srgbClr val="0E2735"/>
          </a:solidFill>
          <a:latin typeface="Amazon Ember Regular" charset="0"/>
          <a:ea typeface="+mj-ea"/>
          <a:cs typeface="Amazon Ember Regular" charset="0"/>
        </a:defRPr>
      </a:lvl1pPr>
    </p:titleStyle>
    <p:bodyStyle>
      <a:lvl1pPr marL="0" indent="0" algn="l" defTabSz="731520" rtl="0" eaLnBrk="1" latinLnBrk="0" hangingPunct="1">
        <a:spcBef>
          <a:spcPct val="20000"/>
        </a:spcBef>
        <a:buFontTx/>
        <a:buNone/>
        <a:defRPr sz="3840" b="0" i="0" kern="1200">
          <a:solidFill>
            <a:srgbClr val="414042"/>
          </a:solidFill>
          <a:latin typeface="Amazon Ember Regular" charset="0"/>
          <a:ea typeface="+mn-ea"/>
          <a:cs typeface="Amazon Ember Regular" charset="0"/>
        </a:defRPr>
      </a:lvl1pPr>
      <a:lvl2pPr marL="1188720" indent="-457200" algn="l" defTabSz="731520" rtl="0" eaLnBrk="1" latinLnBrk="0" hangingPunct="1">
        <a:spcBef>
          <a:spcPct val="20000"/>
        </a:spcBef>
        <a:buFont typeface="Arial"/>
        <a:buChar char="•"/>
        <a:defRPr sz="3200" b="0" i="0" kern="1200">
          <a:solidFill>
            <a:srgbClr val="414042"/>
          </a:solidFill>
          <a:latin typeface="Amazon Ember Regular" charset="0"/>
          <a:ea typeface="+mn-ea"/>
          <a:cs typeface="Amazon Ember Regular" charset="0"/>
        </a:defRPr>
      </a:lvl2pPr>
      <a:lvl3pPr marL="1828800" indent="-365760" algn="l" defTabSz="731520" rtl="0" eaLnBrk="1" latinLnBrk="0" hangingPunct="1">
        <a:spcBef>
          <a:spcPct val="20000"/>
        </a:spcBef>
        <a:buFont typeface="Arial"/>
        <a:buChar char="•"/>
        <a:defRPr sz="2880" b="0" i="0" kern="1200">
          <a:solidFill>
            <a:srgbClr val="414042"/>
          </a:solidFill>
          <a:latin typeface="Amazon Ember Regular" charset="0"/>
          <a:ea typeface="+mn-ea"/>
          <a:cs typeface="Amazon Ember Regular" charset="0"/>
        </a:defRPr>
      </a:lvl3pPr>
      <a:lvl4pPr marL="2560320" indent="-365760" algn="l" defTabSz="731520" rtl="0" eaLnBrk="1" latinLnBrk="0" hangingPunct="1">
        <a:spcBef>
          <a:spcPct val="20000"/>
        </a:spcBef>
        <a:buFont typeface="Arial"/>
        <a:buChar char="–"/>
        <a:defRPr sz="2560" b="0" i="0" kern="1200">
          <a:solidFill>
            <a:srgbClr val="414042"/>
          </a:solidFill>
          <a:latin typeface="Amazon Ember Regular" charset="0"/>
          <a:ea typeface="+mn-ea"/>
          <a:cs typeface="Amazon Ember Regular" charset="0"/>
        </a:defRPr>
      </a:lvl4pPr>
      <a:lvl5pPr marL="3291840" indent="-365760" algn="l" defTabSz="731520" rtl="0" eaLnBrk="1" latinLnBrk="0" hangingPunct="1">
        <a:spcBef>
          <a:spcPct val="20000"/>
        </a:spcBef>
        <a:buFont typeface="Arial"/>
        <a:buChar char="»"/>
        <a:defRPr sz="2560" b="0" i="0" kern="1200">
          <a:solidFill>
            <a:srgbClr val="414042"/>
          </a:solidFill>
          <a:latin typeface="Amazon Ember Regular" charset="0"/>
          <a:ea typeface="+mn-ea"/>
          <a:cs typeface="Amazon Ember Regular" charset="0"/>
        </a:defRPr>
      </a:lvl5pPr>
      <a:lvl6pPr marL="4023360" indent="-365760" algn="l" defTabSz="73152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754880" indent="-365760" algn="l" defTabSz="73152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486400" indent="-365760" algn="l" defTabSz="73152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217920" indent="-365760" algn="l" defTabSz="73152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152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algn="l" defTabSz="73152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463040" algn="l" defTabSz="73152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3pPr>
      <a:lvl4pPr marL="2194560" algn="l" defTabSz="73152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4pPr>
      <a:lvl5pPr marL="2926080" algn="l" defTabSz="73152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5pPr>
      <a:lvl6pPr marL="3657600" algn="l" defTabSz="73152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6pPr>
      <a:lvl7pPr marL="4389120" algn="l" defTabSz="73152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7pPr>
      <a:lvl8pPr marL="5120640" algn="l" defTabSz="73152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8pPr>
      <a:lvl9pPr marL="5852160" algn="l" defTabSz="73152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3986" y="7529805"/>
            <a:ext cx="1773363" cy="424282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8863" y="183898"/>
            <a:ext cx="13128486" cy="13716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4947" y="1614931"/>
            <a:ext cx="13128486" cy="56862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0218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</p:sldLayoutIdLst>
  <p:hf hdr="0" ftr="0" dt="0"/>
  <p:txStyles>
    <p:titleStyle>
      <a:lvl1pPr algn="l" defTabSz="731520" rtl="0" eaLnBrk="1" latinLnBrk="0" hangingPunct="1">
        <a:spcBef>
          <a:spcPct val="0"/>
        </a:spcBef>
        <a:buNone/>
        <a:defRPr sz="4480" b="0" i="0" kern="1200">
          <a:solidFill>
            <a:srgbClr val="0E2735"/>
          </a:solidFill>
          <a:latin typeface="Amazon Ember" panose="02000000000000000000" pitchFamily="2" charset="0"/>
          <a:ea typeface="Amazon Ember" panose="02000000000000000000" pitchFamily="2" charset="0"/>
          <a:cs typeface="Amazon Ember" panose="02000000000000000000" pitchFamily="2" charset="0"/>
        </a:defRPr>
      </a:lvl1pPr>
    </p:titleStyle>
    <p:bodyStyle>
      <a:lvl1pPr marL="0" indent="0" algn="l" defTabSz="731520" rtl="0" eaLnBrk="1" latinLnBrk="0" hangingPunct="1">
        <a:spcBef>
          <a:spcPct val="20000"/>
        </a:spcBef>
        <a:buFontTx/>
        <a:buNone/>
        <a:defRPr sz="3840" b="0" i="0" kern="1200">
          <a:solidFill>
            <a:srgbClr val="414042"/>
          </a:solidFill>
          <a:latin typeface="Amazon Ember" panose="02000000000000000000" pitchFamily="2" charset="0"/>
          <a:ea typeface="Amazon Ember" panose="02000000000000000000" pitchFamily="2" charset="0"/>
          <a:cs typeface="Amazon Ember" panose="02000000000000000000" pitchFamily="2" charset="0"/>
        </a:defRPr>
      </a:lvl1pPr>
      <a:lvl2pPr marL="1188720" indent="-457200" algn="l" defTabSz="731520" rtl="0" eaLnBrk="1" latinLnBrk="0" hangingPunct="1">
        <a:spcBef>
          <a:spcPct val="20000"/>
        </a:spcBef>
        <a:buFont typeface="Arial"/>
        <a:buChar char="•"/>
        <a:defRPr sz="3200" b="0" i="0" kern="1200">
          <a:solidFill>
            <a:srgbClr val="414042"/>
          </a:solidFill>
          <a:latin typeface="Amazon Ember" panose="02000000000000000000" pitchFamily="2" charset="0"/>
          <a:ea typeface="Amazon Ember" panose="02000000000000000000" pitchFamily="2" charset="0"/>
          <a:cs typeface="Amazon Ember" panose="02000000000000000000" pitchFamily="2" charset="0"/>
        </a:defRPr>
      </a:lvl2pPr>
      <a:lvl3pPr marL="1828800" indent="-365760" algn="l" defTabSz="731520" rtl="0" eaLnBrk="1" latinLnBrk="0" hangingPunct="1">
        <a:spcBef>
          <a:spcPct val="20000"/>
        </a:spcBef>
        <a:buFont typeface="Arial"/>
        <a:buChar char="•"/>
        <a:defRPr sz="2880" b="0" i="0" kern="1200">
          <a:solidFill>
            <a:srgbClr val="414042"/>
          </a:solidFill>
          <a:latin typeface="Amazon Ember" panose="02000000000000000000" pitchFamily="2" charset="0"/>
          <a:ea typeface="Amazon Ember" panose="02000000000000000000" pitchFamily="2" charset="0"/>
          <a:cs typeface="Amazon Ember" panose="02000000000000000000" pitchFamily="2" charset="0"/>
        </a:defRPr>
      </a:lvl3pPr>
      <a:lvl4pPr marL="2560320" indent="-365760" algn="l" defTabSz="731520" rtl="0" eaLnBrk="1" latinLnBrk="0" hangingPunct="1">
        <a:spcBef>
          <a:spcPct val="20000"/>
        </a:spcBef>
        <a:buFont typeface="Arial"/>
        <a:buChar char="–"/>
        <a:defRPr sz="2560" b="0" i="0" kern="1200">
          <a:solidFill>
            <a:srgbClr val="414042"/>
          </a:solidFill>
          <a:latin typeface="Amazon Ember" panose="02000000000000000000" pitchFamily="2" charset="0"/>
          <a:ea typeface="Amazon Ember" panose="02000000000000000000" pitchFamily="2" charset="0"/>
          <a:cs typeface="Amazon Ember" panose="02000000000000000000" pitchFamily="2" charset="0"/>
        </a:defRPr>
      </a:lvl4pPr>
      <a:lvl5pPr marL="3291840" indent="-365760" algn="l" defTabSz="731520" rtl="0" eaLnBrk="1" latinLnBrk="0" hangingPunct="1">
        <a:spcBef>
          <a:spcPct val="20000"/>
        </a:spcBef>
        <a:buFont typeface="Arial"/>
        <a:buChar char="»"/>
        <a:defRPr sz="2560" b="0" i="0" kern="1200">
          <a:solidFill>
            <a:srgbClr val="414042"/>
          </a:solidFill>
          <a:latin typeface="Amazon Ember" panose="02000000000000000000" pitchFamily="2" charset="0"/>
          <a:ea typeface="Amazon Ember" panose="02000000000000000000" pitchFamily="2" charset="0"/>
          <a:cs typeface="Amazon Ember" panose="02000000000000000000" pitchFamily="2" charset="0"/>
        </a:defRPr>
      </a:lvl5pPr>
      <a:lvl6pPr marL="4023360" indent="-365760" algn="l" defTabSz="73152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754880" indent="-365760" algn="l" defTabSz="73152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486400" indent="-365760" algn="l" defTabSz="73152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217920" indent="-365760" algn="l" defTabSz="73152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152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algn="l" defTabSz="73152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463040" algn="l" defTabSz="73152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3pPr>
      <a:lvl4pPr marL="2194560" algn="l" defTabSz="73152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4pPr>
      <a:lvl5pPr marL="2926080" algn="l" defTabSz="73152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5pPr>
      <a:lvl6pPr marL="3657600" algn="l" defTabSz="73152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6pPr>
      <a:lvl7pPr marL="4389120" algn="l" defTabSz="73152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7pPr>
      <a:lvl8pPr marL="5120640" algn="l" defTabSz="73152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8pPr>
      <a:lvl9pPr marL="5852160" algn="l" defTabSz="73152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sv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1.png"/><Relationship Id="rId5" Type="http://schemas.openxmlformats.org/officeDocument/2006/relationships/image" Target="../media/image23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BF1340F2-306D-C649-A2E3-D1F899479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9170"/>
            <a:ext cx="14622181" cy="822043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34510" y="2895149"/>
            <a:ext cx="10951780" cy="2763020"/>
          </a:xfrm>
        </p:spPr>
        <p:txBody>
          <a:bodyPr anchor="ctr"/>
          <a:lstStyle/>
          <a:p>
            <a:pPr algn="ctr"/>
            <a:r>
              <a:rPr lang="en-US" sz="3600" b="1" dirty="0"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CSV Manager for Security Hub</a:t>
            </a:r>
          </a:p>
          <a:p>
            <a:pPr algn="ctr"/>
            <a:r>
              <a:rPr lang="en-US" sz="2800" b="1" dirty="0"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Overview</a:t>
            </a:r>
          </a:p>
          <a:p>
            <a:pPr algn="ctr"/>
            <a:r>
              <a:rPr lang="en-US" sz="1800" b="1" dirty="0"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February 11, 2022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3986" y="7529805"/>
            <a:ext cx="1773363" cy="42428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9954227" y="6620719"/>
            <a:ext cx="41553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 err="1">
                <a:solidFill>
                  <a:srgbClr val="ED7D31"/>
                </a:solidFill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Andy</a:t>
            </a:r>
            <a:r>
              <a:rPr lang="en-US" sz="1800" b="1" dirty="0" err="1"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Robinson</a:t>
            </a:r>
            <a:endParaRPr lang="en-US" sz="1800" b="1" dirty="0"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nandrob@amazon.com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0392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 txBox="1">
            <a:spLocks/>
          </p:cNvSpPr>
          <p:nvPr/>
        </p:nvSpPr>
        <p:spPr>
          <a:xfrm>
            <a:off x="712404" y="1485303"/>
            <a:ext cx="12919077" cy="55319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731520" rtl="0" eaLnBrk="1" latinLnBrk="0" hangingPunct="1">
              <a:spcBef>
                <a:spcPct val="20000"/>
              </a:spcBef>
              <a:buFontTx/>
              <a:buNone/>
              <a:defRPr sz="3840" b="0" i="0" kern="1200">
                <a:solidFill>
                  <a:srgbClr val="414042"/>
                </a:solidFill>
                <a:latin typeface="Amazon Ember Regular" charset="0"/>
                <a:ea typeface="+mn-ea"/>
                <a:cs typeface="Amazon Ember Regular" charset="0"/>
              </a:defRPr>
            </a:lvl1pPr>
            <a:lvl2pPr marL="1188720" indent="-45720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b="0" i="0" kern="1200">
                <a:solidFill>
                  <a:srgbClr val="414042"/>
                </a:solidFill>
                <a:latin typeface="Amazon Ember Regular" charset="0"/>
                <a:ea typeface="+mn-ea"/>
                <a:cs typeface="Amazon Ember Regular" charset="0"/>
              </a:defRPr>
            </a:lvl2pPr>
            <a:lvl3pPr marL="18288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880" b="0" i="0" kern="1200">
                <a:solidFill>
                  <a:srgbClr val="414042"/>
                </a:solidFill>
                <a:latin typeface="Amazon Ember Regular" charset="0"/>
                <a:ea typeface="+mn-ea"/>
                <a:cs typeface="Amazon Ember Regular" charset="0"/>
              </a:defRPr>
            </a:lvl3pPr>
            <a:lvl4pPr marL="2560320" indent="-365760" algn="l" defTabSz="731520" rtl="0" eaLnBrk="1" latinLnBrk="0" hangingPunct="1">
              <a:spcBef>
                <a:spcPct val="20000"/>
              </a:spcBef>
              <a:buFont typeface="Arial"/>
              <a:buChar char="–"/>
              <a:defRPr sz="2560" b="0" i="0" kern="1200">
                <a:solidFill>
                  <a:srgbClr val="414042"/>
                </a:solidFill>
                <a:latin typeface="Amazon Ember Regular" charset="0"/>
                <a:ea typeface="+mn-ea"/>
                <a:cs typeface="Amazon Ember Regular" charset="0"/>
              </a:defRPr>
            </a:lvl4pPr>
            <a:lvl5pPr marL="3291840" indent="-365760" algn="l" defTabSz="731520" rtl="0" eaLnBrk="1" latinLnBrk="0" hangingPunct="1">
              <a:spcBef>
                <a:spcPct val="20000"/>
              </a:spcBef>
              <a:buFont typeface="Arial"/>
              <a:buChar char="»"/>
              <a:defRPr sz="2560" b="0" i="0" kern="1200">
                <a:solidFill>
                  <a:srgbClr val="414042"/>
                </a:solidFill>
                <a:latin typeface="Amazon Ember Regular" charset="0"/>
                <a:ea typeface="+mn-ea"/>
                <a:cs typeface="Amazon Ember Regular" charset="0"/>
              </a:defRPr>
            </a:lvl5pPr>
            <a:lvl6pPr marL="402336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5488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864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1792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8788" indent="-2857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Security Hub Overview</a:t>
            </a:r>
          </a:p>
          <a:p>
            <a:pPr marL="458788" indent="-2857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Why CSV Manager for Security Hub?</a:t>
            </a:r>
          </a:p>
          <a:p>
            <a:pPr marL="458788" indent="-2857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CSV Manager for Security Hub CSV Files</a:t>
            </a:r>
          </a:p>
          <a:p>
            <a:pPr marL="458788" indent="-2857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Periodic Exports</a:t>
            </a:r>
          </a:p>
          <a:p>
            <a:pPr marL="458788" indent="-2857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Unscheduled Exports</a:t>
            </a:r>
          </a:p>
          <a:p>
            <a:pPr marL="458788" indent="-2857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Imports</a:t>
            </a:r>
          </a:p>
          <a:p>
            <a:pPr marL="1647508" lvl="1" indent="-2857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1160" b="1" dirty="0">
              <a:solidFill>
                <a:schemeClr val="accent6">
                  <a:lumMod val="50000"/>
                </a:schemeClr>
              </a:solidFill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</a:endParaRPr>
          </a:p>
          <a:p>
            <a:pPr marL="458788" indent="-2857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1800" b="1" dirty="0">
              <a:solidFill>
                <a:schemeClr val="accent6">
                  <a:lumMod val="50000"/>
                </a:schemeClr>
              </a:solidFill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</a:endParaRPr>
          </a:p>
          <a:p>
            <a:pPr marL="173038">
              <a:lnSpc>
                <a:spcPct val="150000"/>
              </a:lnSpc>
              <a:spcBef>
                <a:spcPts val="0"/>
              </a:spcBef>
            </a:pPr>
            <a:endParaRPr lang="en-US" sz="2400" dirty="0">
              <a:solidFill>
                <a:schemeClr val="accent6">
                  <a:lumMod val="50000"/>
                </a:schemeClr>
              </a:solidFill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</a:endParaRPr>
          </a:p>
          <a:p>
            <a:pPr marL="173038">
              <a:lnSpc>
                <a:spcPct val="150000"/>
              </a:lnSpc>
              <a:spcBef>
                <a:spcPts val="0"/>
              </a:spcBef>
            </a:pPr>
            <a:endParaRPr lang="en-US" sz="2400" dirty="0">
              <a:solidFill>
                <a:schemeClr val="accent6">
                  <a:lumMod val="50000"/>
                </a:schemeClr>
              </a:solidFill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</a:endParaRPr>
          </a:p>
          <a:p>
            <a:pPr marL="173038">
              <a:lnSpc>
                <a:spcPct val="150000"/>
              </a:lnSpc>
              <a:spcBef>
                <a:spcPts val="0"/>
              </a:spcBef>
            </a:pPr>
            <a:endParaRPr lang="en-US" sz="2400" b="1" dirty="0">
              <a:solidFill>
                <a:schemeClr val="accent6">
                  <a:lumMod val="50000"/>
                </a:schemeClr>
              </a:solidFill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</a:endParaRPr>
          </a:p>
          <a:p>
            <a:pPr marL="173038">
              <a:lnSpc>
                <a:spcPct val="150000"/>
              </a:lnSpc>
              <a:spcBef>
                <a:spcPts val="0"/>
              </a:spcBef>
            </a:pPr>
            <a:endParaRPr lang="en-US" sz="3200" dirty="0">
              <a:solidFill>
                <a:schemeClr val="accent6">
                  <a:lumMod val="50000"/>
                </a:schemeClr>
              </a:solidFill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</a:endParaRPr>
          </a:p>
          <a:p>
            <a:pPr marL="173038">
              <a:lnSpc>
                <a:spcPct val="150000"/>
              </a:lnSpc>
              <a:spcBef>
                <a:spcPts val="0"/>
              </a:spcBef>
            </a:pPr>
            <a:endParaRPr lang="en-US" sz="2400" b="1" dirty="0">
              <a:solidFill>
                <a:schemeClr val="accent6">
                  <a:lumMod val="50000"/>
                </a:schemeClr>
              </a:solidFill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</a:endParaRPr>
          </a:p>
          <a:p>
            <a:pPr marL="173038">
              <a:lnSpc>
                <a:spcPct val="150000"/>
              </a:lnSpc>
              <a:spcBef>
                <a:spcPts val="0"/>
              </a:spcBef>
            </a:pPr>
            <a:endParaRPr lang="en-US" sz="2400" b="1" dirty="0">
              <a:solidFill>
                <a:schemeClr val="accent6">
                  <a:lumMod val="50000"/>
                </a:schemeClr>
              </a:solidFill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4400" y="460443"/>
            <a:ext cx="1281211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spcAft>
                <a:spcPts val="800"/>
              </a:spcAft>
            </a:pPr>
            <a:r>
              <a:rPr lang="en-US" sz="4400" b="1" dirty="0">
                <a:solidFill>
                  <a:schemeClr val="accent6">
                    <a:lumMod val="50000"/>
                  </a:schemeClr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Agenda</a:t>
            </a:r>
            <a:endParaRPr lang="en-US" sz="5400" b="1" dirty="0">
              <a:solidFill>
                <a:schemeClr val="accent6">
                  <a:lumMod val="50000"/>
                </a:schemeClr>
              </a:solidFill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1649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914400" y="210215"/>
            <a:ext cx="128121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spcAft>
                <a:spcPts val="800"/>
              </a:spcAft>
            </a:pPr>
            <a:r>
              <a:rPr lang="en-US" sz="4800" b="1" dirty="0">
                <a:solidFill>
                  <a:schemeClr val="accent6">
                    <a:lumMod val="50000"/>
                  </a:schemeClr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Security </a:t>
            </a:r>
            <a:r>
              <a:rPr lang="en-US" sz="4400" b="1" dirty="0">
                <a:solidFill>
                  <a:schemeClr val="accent6">
                    <a:lumMod val="50000"/>
                  </a:schemeClr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Hub</a:t>
            </a:r>
            <a:r>
              <a:rPr lang="en-US" sz="4800" b="1" dirty="0">
                <a:solidFill>
                  <a:schemeClr val="accent6">
                    <a:lumMod val="50000"/>
                  </a:schemeClr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Overview</a:t>
            </a:r>
            <a:endParaRPr lang="en-US" sz="6000" dirty="0">
              <a:solidFill>
                <a:schemeClr val="accent6">
                  <a:lumMod val="50000"/>
                </a:schemeClr>
              </a:solidFill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FA0FFBE-1770-324D-BF9F-0BBD7737BD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9738" y="3759200"/>
            <a:ext cx="711200" cy="7112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2585F5C-3B24-2040-8D5C-2789D153ED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17021" y="2276611"/>
            <a:ext cx="711200" cy="7112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08227893-3B28-4E48-B12C-51661517C0F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09738" y="1253510"/>
            <a:ext cx="711200" cy="711200"/>
          </a:xfrm>
          <a:prstGeom prst="rect">
            <a:avLst/>
          </a:prstGeom>
        </p:spPr>
      </p:pic>
      <p:pic>
        <p:nvPicPr>
          <p:cNvPr id="11" name="Graphic 51">
            <a:extLst>
              <a:ext uri="{FF2B5EF4-FFF2-40B4-BE49-F238E27FC236}">
                <a16:creationId xmlns:a16="http://schemas.microsoft.com/office/drawing/2014/main" id="{EB073314-80E0-7C4F-B1F4-2AF2DF1D74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0377" y="581471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Graphic 19">
            <a:extLst>
              <a:ext uri="{FF2B5EF4-FFF2-40B4-BE49-F238E27FC236}">
                <a16:creationId xmlns:a16="http://schemas.microsoft.com/office/drawing/2014/main" id="{96E8FCDC-D6F1-BD4C-B4B0-62FF192E29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6221" y="4564038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Graphic 21">
            <a:extLst>
              <a:ext uri="{FF2B5EF4-FFF2-40B4-BE49-F238E27FC236}">
                <a16:creationId xmlns:a16="http://schemas.microsoft.com/office/drawing/2014/main" id="{78EF40C1-6433-C244-9CD3-6846CCE014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8274" y="2181287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Graphic 22">
            <a:extLst>
              <a:ext uri="{FF2B5EF4-FFF2-40B4-BE49-F238E27FC236}">
                <a16:creationId xmlns:a16="http://schemas.microsoft.com/office/drawing/2014/main" id="{A263FC2A-3B7C-1846-A3DF-E4CF1248B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1075" y="4714164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E45D96C-B95A-4D4E-9285-05E2EF967DA5}"/>
              </a:ext>
            </a:extLst>
          </p:cNvPr>
          <p:cNvSpPr txBox="1"/>
          <p:nvPr/>
        </p:nvSpPr>
        <p:spPr>
          <a:xfrm>
            <a:off x="3070702" y="2987811"/>
            <a:ext cx="12478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AWS Macie</a:t>
            </a:r>
          </a:p>
        </p:txBody>
      </p:sp>
      <p:pic>
        <p:nvPicPr>
          <p:cNvPr id="20" name="Graphic 15">
            <a:extLst>
              <a:ext uri="{FF2B5EF4-FFF2-40B4-BE49-F238E27FC236}">
                <a16:creationId xmlns:a16="http://schemas.microsoft.com/office/drawing/2014/main" id="{699F50F7-622E-D844-A99B-F3E1F9B217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8275" y="4561764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9F5FCCA-5B94-E541-982A-76C9132555D9}"/>
              </a:ext>
            </a:extLst>
          </p:cNvPr>
          <p:cNvSpPr txBox="1"/>
          <p:nvPr/>
        </p:nvSpPr>
        <p:spPr>
          <a:xfrm>
            <a:off x="8902091" y="5323764"/>
            <a:ext cx="25943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AWS SSM Patch Manager</a:t>
            </a:r>
          </a:p>
        </p:txBody>
      </p:sp>
      <p:pic>
        <p:nvPicPr>
          <p:cNvPr id="22" name="Graphic 19">
            <a:extLst>
              <a:ext uri="{FF2B5EF4-FFF2-40B4-BE49-F238E27FC236}">
                <a16:creationId xmlns:a16="http://schemas.microsoft.com/office/drawing/2014/main" id="{2D122161-7DAA-D842-8B49-B1B12E9B51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8938" y="6363268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8E94D06-B7AD-754F-B655-09265FDA1AC0}"/>
              </a:ext>
            </a:extLst>
          </p:cNvPr>
          <p:cNvSpPr txBox="1"/>
          <p:nvPr/>
        </p:nvSpPr>
        <p:spPr>
          <a:xfrm>
            <a:off x="5828030" y="4499198"/>
            <a:ext cx="18746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AWS Security Hub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B6A6203-3063-E745-880B-79C99E6D0CD5}"/>
              </a:ext>
            </a:extLst>
          </p:cNvPr>
          <p:cNvSpPr txBox="1"/>
          <p:nvPr/>
        </p:nvSpPr>
        <p:spPr>
          <a:xfrm>
            <a:off x="5636526" y="2036280"/>
            <a:ext cx="22655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AWS Firewall Manager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AE1B0E-0776-8449-B7B5-0B51706C3F43}"/>
              </a:ext>
            </a:extLst>
          </p:cNvPr>
          <p:cNvSpPr txBox="1"/>
          <p:nvPr/>
        </p:nvSpPr>
        <p:spPr>
          <a:xfrm>
            <a:off x="9426272" y="3032972"/>
            <a:ext cx="15460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AWS Inspector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0AE08B8-B083-0B4D-8A97-EC72A9777D0A}"/>
              </a:ext>
            </a:extLst>
          </p:cNvPr>
          <p:cNvSpPr txBox="1"/>
          <p:nvPr/>
        </p:nvSpPr>
        <p:spPr>
          <a:xfrm>
            <a:off x="2819030" y="5420070"/>
            <a:ext cx="17511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AWS </a:t>
            </a:r>
            <a:r>
              <a:rPr lang="en-US" sz="1600" dirty="0" err="1"/>
              <a:t>GuardDuty</a:t>
            </a:r>
            <a:endParaRPr lang="en-US" sz="1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CC15794-A64B-4045-B943-BE9C805AD12F}"/>
              </a:ext>
            </a:extLst>
          </p:cNvPr>
          <p:cNvSpPr txBox="1"/>
          <p:nvPr/>
        </p:nvSpPr>
        <p:spPr>
          <a:xfrm>
            <a:off x="5597215" y="7125268"/>
            <a:ext cx="26407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AWS IAM Access Manager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88DD5E9-E4C9-974F-BD1D-A6814D7751DE}"/>
              </a:ext>
            </a:extLst>
          </p:cNvPr>
          <p:cNvCxnSpPr>
            <a:cxnSpLocks/>
            <a:stCxn id="24" idx="2"/>
          </p:cNvCxnSpPr>
          <p:nvPr/>
        </p:nvCxnSpPr>
        <p:spPr>
          <a:xfrm flipH="1">
            <a:off x="6765338" y="2374834"/>
            <a:ext cx="3952" cy="1173584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D7C61CD-8378-D542-991F-F395F2D38C24}"/>
              </a:ext>
            </a:extLst>
          </p:cNvPr>
          <p:cNvCxnSpPr>
            <a:cxnSpLocks/>
          </p:cNvCxnSpPr>
          <p:nvPr/>
        </p:nvCxnSpPr>
        <p:spPr>
          <a:xfrm flipH="1">
            <a:off x="7544105" y="2943287"/>
            <a:ext cx="1882167" cy="919423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0536E38-C48F-EE4E-9AC7-6A566E902C9D}"/>
              </a:ext>
            </a:extLst>
          </p:cNvPr>
          <p:cNvCxnSpPr>
            <a:cxnSpLocks/>
          </p:cNvCxnSpPr>
          <p:nvPr/>
        </p:nvCxnSpPr>
        <p:spPr>
          <a:xfrm flipH="1" flipV="1">
            <a:off x="7509464" y="4321791"/>
            <a:ext cx="1706620" cy="620973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D3D828F-03C4-F442-950F-EF9478A9777F}"/>
              </a:ext>
            </a:extLst>
          </p:cNvPr>
          <p:cNvCxnSpPr>
            <a:cxnSpLocks/>
          </p:cNvCxnSpPr>
          <p:nvPr/>
        </p:nvCxnSpPr>
        <p:spPr>
          <a:xfrm>
            <a:off x="4413652" y="2959778"/>
            <a:ext cx="1787059" cy="940572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D74581E-CDB2-214E-91C2-6154F7E6F16E}"/>
              </a:ext>
            </a:extLst>
          </p:cNvPr>
          <p:cNvCxnSpPr>
            <a:cxnSpLocks/>
          </p:cNvCxnSpPr>
          <p:nvPr/>
        </p:nvCxnSpPr>
        <p:spPr>
          <a:xfrm flipV="1">
            <a:off x="4413652" y="4394186"/>
            <a:ext cx="1582374" cy="620973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E12A4FE-1747-2648-A02B-C83FA464D1AD}"/>
              </a:ext>
            </a:extLst>
          </p:cNvPr>
          <p:cNvCxnSpPr>
            <a:cxnSpLocks/>
          </p:cNvCxnSpPr>
          <p:nvPr/>
        </p:nvCxnSpPr>
        <p:spPr>
          <a:xfrm flipH="1" flipV="1">
            <a:off x="6687895" y="4942764"/>
            <a:ext cx="1082" cy="719554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1248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 txBox="1">
            <a:spLocks/>
          </p:cNvSpPr>
          <p:nvPr/>
        </p:nvSpPr>
        <p:spPr>
          <a:xfrm>
            <a:off x="712404" y="1485303"/>
            <a:ext cx="12919077" cy="55319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731520" rtl="0" eaLnBrk="1" latinLnBrk="0" hangingPunct="1">
              <a:spcBef>
                <a:spcPct val="20000"/>
              </a:spcBef>
              <a:buFontTx/>
              <a:buNone/>
              <a:defRPr sz="3840" b="0" i="0" kern="1200">
                <a:solidFill>
                  <a:srgbClr val="414042"/>
                </a:solidFill>
                <a:latin typeface="Amazon Ember Regular" charset="0"/>
                <a:ea typeface="+mn-ea"/>
                <a:cs typeface="Amazon Ember Regular" charset="0"/>
              </a:defRPr>
            </a:lvl1pPr>
            <a:lvl2pPr marL="1188720" indent="-45720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b="0" i="0" kern="1200">
                <a:solidFill>
                  <a:srgbClr val="414042"/>
                </a:solidFill>
                <a:latin typeface="Amazon Ember Regular" charset="0"/>
                <a:ea typeface="+mn-ea"/>
                <a:cs typeface="Amazon Ember Regular" charset="0"/>
              </a:defRPr>
            </a:lvl2pPr>
            <a:lvl3pPr marL="18288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880" b="0" i="0" kern="1200">
                <a:solidFill>
                  <a:srgbClr val="414042"/>
                </a:solidFill>
                <a:latin typeface="Amazon Ember Regular" charset="0"/>
                <a:ea typeface="+mn-ea"/>
                <a:cs typeface="Amazon Ember Regular" charset="0"/>
              </a:defRPr>
            </a:lvl3pPr>
            <a:lvl4pPr marL="2560320" indent="-365760" algn="l" defTabSz="731520" rtl="0" eaLnBrk="1" latinLnBrk="0" hangingPunct="1">
              <a:spcBef>
                <a:spcPct val="20000"/>
              </a:spcBef>
              <a:buFont typeface="Arial"/>
              <a:buChar char="–"/>
              <a:defRPr sz="2560" b="0" i="0" kern="1200">
                <a:solidFill>
                  <a:srgbClr val="414042"/>
                </a:solidFill>
                <a:latin typeface="Amazon Ember Regular" charset="0"/>
                <a:ea typeface="+mn-ea"/>
                <a:cs typeface="Amazon Ember Regular" charset="0"/>
              </a:defRPr>
            </a:lvl4pPr>
            <a:lvl5pPr marL="3291840" indent="-365760" algn="l" defTabSz="731520" rtl="0" eaLnBrk="1" latinLnBrk="0" hangingPunct="1">
              <a:spcBef>
                <a:spcPct val="20000"/>
              </a:spcBef>
              <a:buFont typeface="Arial"/>
              <a:buChar char="»"/>
              <a:defRPr sz="2560" b="0" i="0" kern="1200">
                <a:solidFill>
                  <a:srgbClr val="414042"/>
                </a:solidFill>
                <a:latin typeface="Amazon Ember Regular" charset="0"/>
                <a:ea typeface="+mn-ea"/>
                <a:cs typeface="Amazon Ember Regular" charset="0"/>
              </a:defRPr>
            </a:lvl5pPr>
            <a:lvl6pPr marL="402336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5488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864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1792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8788" indent="-2857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Thousands or tens of thousands of findings</a:t>
            </a:r>
          </a:p>
          <a:p>
            <a:pPr marL="458788" indent="-2857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Many are spurious, duplicates, or expected</a:t>
            </a:r>
          </a:p>
          <a:p>
            <a:pPr marL="458788" indent="-2857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Limited web UI</a:t>
            </a:r>
          </a:p>
          <a:p>
            <a:pPr marL="458788" indent="-2857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CSV Manager for Security Hub </a:t>
            </a:r>
            <a:r>
              <a:rPr lang="en-US" sz="3600" u="sng" dirty="0">
                <a:solidFill>
                  <a:schemeClr val="accent6">
                    <a:lumMod val="50000"/>
                  </a:schemeClr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Export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output easily analyzed</a:t>
            </a:r>
          </a:p>
          <a:p>
            <a:pPr marL="458788" indent="-2857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CSV Manager for Security Hub </a:t>
            </a:r>
            <a:r>
              <a:rPr lang="en-US" sz="3600" u="sng" dirty="0">
                <a:solidFill>
                  <a:schemeClr val="accent6">
                    <a:lumMod val="50000"/>
                  </a:schemeClr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Update</a:t>
            </a: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allows mass updates</a:t>
            </a:r>
          </a:p>
          <a:p>
            <a:pPr marL="173038">
              <a:lnSpc>
                <a:spcPct val="150000"/>
              </a:lnSpc>
              <a:spcBef>
                <a:spcPts val="0"/>
              </a:spcBef>
            </a:pPr>
            <a:endParaRPr lang="en-US" sz="3600" b="1" dirty="0">
              <a:solidFill>
                <a:schemeClr val="accent6">
                  <a:lumMod val="50000"/>
                </a:schemeClr>
              </a:solidFill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</a:endParaRPr>
          </a:p>
          <a:p>
            <a:pPr marL="173038">
              <a:lnSpc>
                <a:spcPct val="150000"/>
              </a:lnSpc>
              <a:spcBef>
                <a:spcPts val="0"/>
              </a:spcBef>
            </a:pPr>
            <a:endParaRPr lang="en-US" sz="2400" b="1" dirty="0">
              <a:solidFill>
                <a:schemeClr val="accent6">
                  <a:lumMod val="50000"/>
                </a:schemeClr>
              </a:solidFill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4400" y="460443"/>
            <a:ext cx="1281211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spcAft>
                <a:spcPts val="800"/>
              </a:spcAft>
            </a:pPr>
            <a:r>
              <a:rPr lang="en-US" sz="4400" b="1" dirty="0">
                <a:solidFill>
                  <a:schemeClr val="accent6">
                    <a:lumMod val="50000"/>
                  </a:schemeClr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Why CSV Manager for Security Hub?</a:t>
            </a:r>
            <a:endParaRPr lang="en-US" sz="5400" b="1" dirty="0">
              <a:solidFill>
                <a:schemeClr val="accent6">
                  <a:lumMod val="50000"/>
                </a:schemeClr>
              </a:solidFill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0607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 txBox="1">
            <a:spLocks/>
          </p:cNvSpPr>
          <p:nvPr/>
        </p:nvSpPr>
        <p:spPr>
          <a:xfrm>
            <a:off x="712404" y="1485303"/>
            <a:ext cx="12919077" cy="55319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731520" rtl="0" eaLnBrk="1" latinLnBrk="0" hangingPunct="1">
              <a:spcBef>
                <a:spcPct val="20000"/>
              </a:spcBef>
              <a:buFontTx/>
              <a:buNone/>
              <a:defRPr sz="3840" b="0" i="0" kern="1200">
                <a:solidFill>
                  <a:srgbClr val="414042"/>
                </a:solidFill>
                <a:latin typeface="Amazon Ember Regular" charset="0"/>
                <a:ea typeface="+mn-ea"/>
                <a:cs typeface="Amazon Ember Regular" charset="0"/>
              </a:defRPr>
            </a:lvl1pPr>
            <a:lvl2pPr marL="1188720" indent="-45720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b="0" i="0" kern="1200">
                <a:solidFill>
                  <a:srgbClr val="414042"/>
                </a:solidFill>
                <a:latin typeface="Amazon Ember Regular" charset="0"/>
                <a:ea typeface="+mn-ea"/>
                <a:cs typeface="Amazon Ember Regular" charset="0"/>
              </a:defRPr>
            </a:lvl2pPr>
            <a:lvl3pPr marL="18288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880" b="0" i="0" kern="1200">
                <a:solidFill>
                  <a:srgbClr val="414042"/>
                </a:solidFill>
                <a:latin typeface="Amazon Ember Regular" charset="0"/>
                <a:ea typeface="+mn-ea"/>
                <a:cs typeface="Amazon Ember Regular" charset="0"/>
              </a:defRPr>
            </a:lvl3pPr>
            <a:lvl4pPr marL="2560320" indent="-365760" algn="l" defTabSz="731520" rtl="0" eaLnBrk="1" latinLnBrk="0" hangingPunct="1">
              <a:spcBef>
                <a:spcPct val="20000"/>
              </a:spcBef>
              <a:buFont typeface="Arial"/>
              <a:buChar char="–"/>
              <a:defRPr sz="2560" b="0" i="0" kern="1200">
                <a:solidFill>
                  <a:srgbClr val="414042"/>
                </a:solidFill>
                <a:latin typeface="Amazon Ember Regular" charset="0"/>
                <a:ea typeface="+mn-ea"/>
                <a:cs typeface="Amazon Ember Regular" charset="0"/>
              </a:defRPr>
            </a:lvl4pPr>
            <a:lvl5pPr marL="3291840" indent="-365760" algn="l" defTabSz="731520" rtl="0" eaLnBrk="1" latinLnBrk="0" hangingPunct="1">
              <a:spcBef>
                <a:spcPct val="20000"/>
              </a:spcBef>
              <a:buFont typeface="Arial"/>
              <a:buChar char="»"/>
              <a:defRPr sz="2560" b="0" i="0" kern="1200">
                <a:solidFill>
                  <a:srgbClr val="414042"/>
                </a:solidFill>
                <a:latin typeface="Amazon Ember Regular" charset="0"/>
                <a:ea typeface="+mn-ea"/>
                <a:cs typeface="Amazon Ember Regular" charset="0"/>
              </a:defRPr>
            </a:lvl5pPr>
            <a:lvl6pPr marL="402336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5488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864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1792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8788" indent="-2857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Security Hub findings are large JSON objects</a:t>
            </a:r>
          </a:p>
          <a:p>
            <a:pPr marL="458788" indent="-2857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Export produces comma-separated values (CSV) file</a:t>
            </a:r>
          </a:p>
          <a:p>
            <a:pPr marL="458788" indent="-2857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Flattens each finding into 37 columns (currently)</a:t>
            </a:r>
          </a:p>
          <a:p>
            <a:pPr marL="458788" indent="-2857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Suitable for database import</a:t>
            </a:r>
          </a:p>
          <a:p>
            <a:pPr marL="458788" indent="-2857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12 columns can be updated</a:t>
            </a:r>
          </a:p>
          <a:p>
            <a:pPr marL="458788" indent="-2857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accent6">
                    <a:lumMod val="50000"/>
                  </a:schemeClr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Edit with Excel, text editor, etc.</a:t>
            </a:r>
          </a:p>
          <a:p>
            <a:pPr marL="173038">
              <a:lnSpc>
                <a:spcPct val="150000"/>
              </a:lnSpc>
              <a:spcBef>
                <a:spcPts val="0"/>
              </a:spcBef>
            </a:pPr>
            <a:endParaRPr lang="en-US" sz="3600" b="1" dirty="0">
              <a:solidFill>
                <a:schemeClr val="accent6">
                  <a:lumMod val="50000"/>
                </a:schemeClr>
              </a:solidFill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</a:endParaRPr>
          </a:p>
          <a:p>
            <a:pPr marL="173038">
              <a:lnSpc>
                <a:spcPct val="150000"/>
              </a:lnSpc>
              <a:spcBef>
                <a:spcPts val="0"/>
              </a:spcBef>
            </a:pPr>
            <a:endParaRPr lang="en-US" sz="2400" b="1" dirty="0">
              <a:solidFill>
                <a:schemeClr val="accent6">
                  <a:lumMod val="50000"/>
                </a:schemeClr>
              </a:solidFill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4400" y="460443"/>
            <a:ext cx="1281211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spcAft>
                <a:spcPts val="800"/>
              </a:spcAft>
            </a:pPr>
            <a:r>
              <a:rPr lang="en-US" sz="4400" b="1" dirty="0">
                <a:solidFill>
                  <a:schemeClr val="accent6">
                    <a:lumMod val="50000"/>
                  </a:schemeClr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CSV Manager for Security Hub CSV Files</a:t>
            </a:r>
            <a:endParaRPr lang="en-US" sz="5400" b="1" dirty="0">
              <a:solidFill>
                <a:schemeClr val="accent6">
                  <a:lumMod val="50000"/>
                </a:schemeClr>
              </a:solidFill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324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 txBox="1">
            <a:spLocks/>
          </p:cNvSpPr>
          <p:nvPr/>
        </p:nvSpPr>
        <p:spPr>
          <a:xfrm>
            <a:off x="712405" y="1485303"/>
            <a:ext cx="6166068" cy="55319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731520" rtl="0" eaLnBrk="1" latinLnBrk="0" hangingPunct="1">
              <a:spcBef>
                <a:spcPct val="20000"/>
              </a:spcBef>
              <a:buFontTx/>
              <a:buNone/>
              <a:defRPr sz="3840" b="0" i="0" kern="1200">
                <a:solidFill>
                  <a:srgbClr val="414042"/>
                </a:solidFill>
                <a:latin typeface="Amazon Ember Regular" charset="0"/>
                <a:ea typeface="+mn-ea"/>
                <a:cs typeface="Amazon Ember Regular" charset="0"/>
              </a:defRPr>
            </a:lvl1pPr>
            <a:lvl2pPr marL="1188720" indent="-45720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b="0" i="0" kern="1200">
                <a:solidFill>
                  <a:srgbClr val="414042"/>
                </a:solidFill>
                <a:latin typeface="Amazon Ember Regular" charset="0"/>
                <a:ea typeface="+mn-ea"/>
                <a:cs typeface="Amazon Ember Regular" charset="0"/>
              </a:defRPr>
            </a:lvl2pPr>
            <a:lvl3pPr marL="18288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880" b="0" i="0" kern="1200">
                <a:solidFill>
                  <a:srgbClr val="414042"/>
                </a:solidFill>
                <a:latin typeface="Amazon Ember Regular" charset="0"/>
                <a:ea typeface="+mn-ea"/>
                <a:cs typeface="Amazon Ember Regular" charset="0"/>
              </a:defRPr>
            </a:lvl3pPr>
            <a:lvl4pPr marL="2560320" indent="-365760" algn="l" defTabSz="731520" rtl="0" eaLnBrk="1" latinLnBrk="0" hangingPunct="1">
              <a:spcBef>
                <a:spcPct val="20000"/>
              </a:spcBef>
              <a:buFont typeface="Arial"/>
              <a:buChar char="–"/>
              <a:defRPr sz="2560" b="0" i="0" kern="1200">
                <a:solidFill>
                  <a:srgbClr val="414042"/>
                </a:solidFill>
                <a:latin typeface="Amazon Ember Regular" charset="0"/>
                <a:ea typeface="+mn-ea"/>
                <a:cs typeface="Amazon Ember Regular" charset="0"/>
              </a:defRPr>
            </a:lvl4pPr>
            <a:lvl5pPr marL="3291840" indent="-365760" algn="l" defTabSz="731520" rtl="0" eaLnBrk="1" latinLnBrk="0" hangingPunct="1">
              <a:spcBef>
                <a:spcPct val="20000"/>
              </a:spcBef>
              <a:buFont typeface="Arial"/>
              <a:buChar char="»"/>
              <a:defRPr sz="2560" b="0" i="0" kern="1200">
                <a:solidFill>
                  <a:srgbClr val="414042"/>
                </a:solidFill>
                <a:latin typeface="Amazon Ember Regular" charset="0"/>
                <a:ea typeface="+mn-ea"/>
                <a:cs typeface="Amazon Ember Regular" charset="0"/>
              </a:defRPr>
            </a:lvl5pPr>
            <a:lvl6pPr marL="402336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5488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864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1792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8788" indent="-2857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Configured by updating ShfxExtractor stack </a:t>
            </a:r>
            <a:r>
              <a:rPr lang="en-US" sz="2400" u="sng" dirty="0">
                <a:solidFill>
                  <a:schemeClr val="accent6">
                    <a:lumMod val="50000"/>
                  </a:schemeClr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Frequency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Parameter e.g. </a:t>
            </a:r>
            <a:b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</a:br>
            <a:br>
              <a:rPr lang="en-US" sz="400" b="1" dirty="0">
                <a:solidFill>
                  <a:schemeClr val="accent6">
                    <a:lumMod val="50000"/>
                  </a:schemeClr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</a:b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cron(0 8 ? * SUN *)</a:t>
            </a:r>
          </a:p>
          <a:p>
            <a:pPr marL="458788" indent="-2857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AWS EventBridge rule triggers csvExporter.py as AWS Lambda function</a:t>
            </a:r>
          </a:p>
          <a:p>
            <a:pPr marL="458788" indent="-2857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Findings obtained using Security Hub get_findings API</a:t>
            </a:r>
          </a:p>
          <a:p>
            <a:pPr marL="458788" indent="-2857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Output CSV written to S3 bucket defined in the CsvDatastore stack</a:t>
            </a:r>
          </a:p>
          <a:p>
            <a:pPr marL="173038">
              <a:lnSpc>
                <a:spcPct val="150000"/>
              </a:lnSpc>
              <a:spcBef>
                <a:spcPts val="0"/>
              </a:spcBef>
            </a:pPr>
            <a:endParaRPr lang="en-US" sz="2400" b="1" dirty="0">
              <a:solidFill>
                <a:schemeClr val="accent6">
                  <a:lumMod val="50000"/>
                </a:schemeClr>
              </a:solidFill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4400" y="460443"/>
            <a:ext cx="1281211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spcAft>
                <a:spcPts val="800"/>
              </a:spcAft>
            </a:pPr>
            <a:r>
              <a:rPr lang="en-US" sz="4400" b="1" dirty="0">
                <a:solidFill>
                  <a:schemeClr val="accent6">
                    <a:lumMod val="50000"/>
                  </a:schemeClr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Periodic Exports</a:t>
            </a:r>
            <a:endParaRPr lang="en-US" sz="5400" b="1" dirty="0">
              <a:solidFill>
                <a:schemeClr val="accent6">
                  <a:lumMod val="50000"/>
                </a:schemeClr>
              </a:solidFill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</a:endParaRPr>
          </a:p>
        </p:txBody>
      </p:sp>
      <p:pic>
        <p:nvPicPr>
          <p:cNvPr id="4" name="Graphic 19">
            <a:extLst>
              <a:ext uri="{FF2B5EF4-FFF2-40B4-BE49-F238E27FC236}">
                <a16:creationId xmlns:a16="http://schemas.microsoft.com/office/drawing/2014/main" id="{740EA75E-373E-1944-8735-C3CB0848B4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5529" y="2115279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FDCBE59-3115-C84A-B29A-83877D525787}"/>
              </a:ext>
            </a:extLst>
          </p:cNvPr>
          <p:cNvSpPr txBox="1"/>
          <p:nvPr/>
        </p:nvSpPr>
        <p:spPr>
          <a:xfrm>
            <a:off x="8395162" y="1717992"/>
            <a:ext cx="2022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AWS EventBridge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94D669-6563-3C45-AA55-9B7E44C307EB}"/>
              </a:ext>
            </a:extLst>
          </p:cNvPr>
          <p:cNvSpPr txBox="1"/>
          <p:nvPr/>
        </p:nvSpPr>
        <p:spPr>
          <a:xfrm>
            <a:off x="10297019" y="2925588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cron(…)</a:t>
            </a:r>
          </a:p>
        </p:txBody>
      </p:sp>
      <p:pic>
        <p:nvPicPr>
          <p:cNvPr id="31" name="Graphic 10">
            <a:extLst>
              <a:ext uri="{FF2B5EF4-FFF2-40B4-BE49-F238E27FC236}">
                <a16:creationId xmlns:a16="http://schemas.microsoft.com/office/drawing/2014/main" id="{FF4589CA-7085-1446-92D0-B077199C6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0189" y="3986614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" name="Graphic 8">
            <a:extLst>
              <a:ext uri="{FF2B5EF4-FFF2-40B4-BE49-F238E27FC236}">
                <a16:creationId xmlns:a16="http://schemas.microsoft.com/office/drawing/2014/main" id="{520CA08F-38E5-7C4F-9C18-D243BF00F9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2226" y="5930214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A1E750B-6645-AC4A-B323-4B032DA067B0}"/>
              </a:ext>
            </a:extLst>
          </p:cNvPr>
          <p:cNvCxnSpPr>
            <a:cxnSpLocks/>
          </p:cNvCxnSpPr>
          <p:nvPr/>
        </p:nvCxnSpPr>
        <p:spPr>
          <a:xfrm>
            <a:off x="9787529" y="2981900"/>
            <a:ext cx="889191" cy="953584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5517C13-273E-9D4B-9A69-89EB3DDF3875}"/>
              </a:ext>
            </a:extLst>
          </p:cNvPr>
          <p:cNvSpPr txBox="1"/>
          <p:nvPr/>
        </p:nvSpPr>
        <p:spPr>
          <a:xfrm>
            <a:off x="11385918" y="4182948"/>
            <a:ext cx="1697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csvExporter.py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75CCABB-5880-0146-8DF9-62A5E72CF189}"/>
              </a:ext>
            </a:extLst>
          </p:cNvPr>
          <p:cNvCxnSpPr>
            <a:cxnSpLocks/>
          </p:cNvCxnSpPr>
          <p:nvPr/>
        </p:nvCxnSpPr>
        <p:spPr>
          <a:xfrm flipH="1">
            <a:off x="10961189" y="4840393"/>
            <a:ext cx="1" cy="950071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76E3D743-8281-1042-8F2E-5D1DA2FCA71A}"/>
              </a:ext>
            </a:extLst>
          </p:cNvPr>
          <p:cNvSpPr txBox="1"/>
          <p:nvPr/>
        </p:nvSpPr>
        <p:spPr>
          <a:xfrm>
            <a:off x="9555710" y="6794474"/>
            <a:ext cx="2762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CsvDatastore S3 Bucket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F8BF833-21C3-F049-8D20-FCEC3BF3E2FC}"/>
              </a:ext>
            </a:extLst>
          </p:cNvPr>
          <p:cNvSpPr txBox="1"/>
          <p:nvPr/>
        </p:nvSpPr>
        <p:spPr>
          <a:xfrm>
            <a:off x="11488148" y="1471309"/>
            <a:ext cx="24416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AWS SecurityHub via</a:t>
            </a:r>
          </a:p>
          <a:p>
            <a:r>
              <a:rPr lang="en-US" sz="1800" dirty="0"/>
              <a:t>get_findings</a:t>
            </a:r>
          </a:p>
        </p:txBody>
      </p:sp>
      <p:pic>
        <p:nvPicPr>
          <p:cNvPr id="40" name="Graphic 19">
            <a:extLst>
              <a:ext uri="{FF2B5EF4-FFF2-40B4-BE49-F238E27FC236}">
                <a16:creationId xmlns:a16="http://schemas.microsoft.com/office/drawing/2014/main" id="{0E996672-7E9A-9F47-A7BD-A56352E2B0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36581" y="2131634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279D933-2DCA-954C-B7B9-284772D42AC5}"/>
              </a:ext>
            </a:extLst>
          </p:cNvPr>
          <p:cNvCxnSpPr>
            <a:cxnSpLocks/>
          </p:cNvCxnSpPr>
          <p:nvPr/>
        </p:nvCxnSpPr>
        <p:spPr>
          <a:xfrm flipH="1">
            <a:off x="11273050" y="2944764"/>
            <a:ext cx="963531" cy="980239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Graphic 8">
            <a:extLst>
              <a:ext uri="{FF2B5EF4-FFF2-40B4-BE49-F238E27FC236}">
                <a16:creationId xmlns:a16="http://schemas.microsoft.com/office/drawing/2014/main" id="{8370F9DC-2E64-5B40-BE8F-97D2354FC9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0695" y="3206283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86653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 txBox="1">
            <a:spLocks/>
          </p:cNvSpPr>
          <p:nvPr/>
        </p:nvSpPr>
        <p:spPr>
          <a:xfrm>
            <a:off x="712405" y="1485303"/>
            <a:ext cx="6166068" cy="55319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731520" rtl="0" eaLnBrk="1" latinLnBrk="0" hangingPunct="1">
              <a:spcBef>
                <a:spcPct val="20000"/>
              </a:spcBef>
              <a:buFontTx/>
              <a:buNone/>
              <a:defRPr sz="3840" b="0" i="0" kern="1200">
                <a:solidFill>
                  <a:srgbClr val="414042"/>
                </a:solidFill>
                <a:latin typeface="Amazon Ember Regular" charset="0"/>
                <a:ea typeface="+mn-ea"/>
                <a:cs typeface="Amazon Ember Regular" charset="0"/>
              </a:defRPr>
            </a:lvl1pPr>
            <a:lvl2pPr marL="1188720" indent="-45720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b="0" i="0" kern="1200">
                <a:solidFill>
                  <a:srgbClr val="414042"/>
                </a:solidFill>
                <a:latin typeface="Amazon Ember Regular" charset="0"/>
                <a:ea typeface="+mn-ea"/>
                <a:cs typeface="Amazon Ember Regular" charset="0"/>
              </a:defRPr>
            </a:lvl2pPr>
            <a:lvl3pPr marL="18288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880" b="0" i="0" kern="1200">
                <a:solidFill>
                  <a:srgbClr val="414042"/>
                </a:solidFill>
                <a:latin typeface="Amazon Ember Regular" charset="0"/>
                <a:ea typeface="+mn-ea"/>
                <a:cs typeface="Amazon Ember Regular" charset="0"/>
              </a:defRPr>
            </a:lvl3pPr>
            <a:lvl4pPr marL="2560320" indent="-365760" algn="l" defTabSz="731520" rtl="0" eaLnBrk="1" latinLnBrk="0" hangingPunct="1">
              <a:spcBef>
                <a:spcPct val="20000"/>
              </a:spcBef>
              <a:buFont typeface="Arial"/>
              <a:buChar char="–"/>
              <a:defRPr sz="2560" b="0" i="0" kern="1200">
                <a:solidFill>
                  <a:srgbClr val="414042"/>
                </a:solidFill>
                <a:latin typeface="Amazon Ember Regular" charset="0"/>
                <a:ea typeface="+mn-ea"/>
                <a:cs typeface="Amazon Ember Regular" charset="0"/>
              </a:defRPr>
            </a:lvl4pPr>
            <a:lvl5pPr marL="3291840" indent="-365760" algn="l" defTabSz="731520" rtl="0" eaLnBrk="1" latinLnBrk="0" hangingPunct="1">
              <a:spcBef>
                <a:spcPct val="20000"/>
              </a:spcBef>
              <a:buFont typeface="Arial"/>
              <a:buChar char="»"/>
              <a:defRPr sz="2560" b="0" i="0" kern="1200">
                <a:solidFill>
                  <a:srgbClr val="414042"/>
                </a:solidFill>
                <a:latin typeface="Amazon Ember Regular" charset="0"/>
                <a:ea typeface="+mn-ea"/>
                <a:cs typeface="Amazon Ember Regular" charset="0"/>
              </a:defRPr>
            </a:lvl5pPr>
            <a:lvl6pPr marL="402336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5488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864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1792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8788" indent="-2857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Run as a command from a workstation with AWS CLI, Boto3, and Python 3</a:t>
            </a:r>
          </a:p>
          <a:p>
            <a:pPr marL="458788" indent="-2857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Can also be run as a Lambda or using an SSM Automation</a:t>
            </a:r>
          </a:p>
          <a:p>
            <a:pPr marL="458788" indent="-2857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Findings obtained using get_findings API</a:t>
            </a:r>
          </a:p>
          <a:p>
            <a:pPr marL="458788" indent="-2857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Output CSV written to S3 bucket defined in the CsvDatastore stack</a:t>
            </a:r>
          </a:p>
          <a:p>
            <a:pPr marL="458788" indent="-2857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Can be run whenever required, with whatever filters are needed</a:t>
            </a:r>
          </a:p>
          <a:p>
            <a:pPr marL="173038">
              <a:lnSpc>
                <a:spcPct val="150000"/>
              </a:lnSpc>
              <a:spcBef>
                <a:spcPts val="0"/>
              </a:spcBef>
            </a:pPr>
            <a:endParaRPr lang="en-US" sz="2400" b="1" dirty="0">
              <a:solidFill>
                <a:schemeClr val="accent6">
                  <a:lumMod val="50000"/>
                </a:schemeClr>
              </a:solidFill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4400" y="460443"/>
            <a:ext cx="1281211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spcAft>
                <a:spcPts val="800"/>
              </a:spcAft>
            </a:pPr>
            <a:r>
              <a:rPr lang="en-US" sz="4400" b="1" dirty="0">
                <a:solidFill>
                  <a:schemeClr val="accent6">
                    <a:lumMod val="50000"/>
                  </a:schemeClr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Unscheduled Exports</a:t>
            </a:r>
            <a:endParaRPr lang="en-US" sz="5400" b="1" dirty="0">
              <a:solidFill>
                <a:schemeClr val="accent6">
                  <a:lumMod val="50000"/>
                </a:schemeClr>
              </a:solidFill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</a:endParaRPr>
          </a:p>
        </p:txBody>
      </p:sp>
      <p:pic>
        <p:nvPicPr>
          <p:cNvPr id="6" name="Graphic 10">
            <a:extLst>
              <a:ext uri="{FF2B5EF4-FFF2-40B4-BE49-F238E27FC236}">
                <a16:creationId xmlns:a16="http://schemas.microsoft.com/office/drawing/2014/main" id="{2352D24B-5D25-0F49-92F6-60A2BDCE4B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0189" y="3986614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Graphic 8">
            <a:extLst>
              <a:ext uri="{FF2B5EF4-FFF2-40B4-BE49-F238E27FC236}">
                <a16:creationId xmlns:a16="http://schemas.microsoft.com/office/drawing/2014/main" id="{3E335AF3-7F2B-9949-97BA-9D41A7BA9C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2226" y="5930214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FF719AE-C3FA-3F4D-8DFC-E65BBBD8E153}"/>
              </a:ext>
            </a:extLst>
          </p:cNvPr>
          <p:cNvCxnSpPr>
            <a:cxnSpLocks/>
          </p:cNvCxnSpPr>
          <p:nvPr/>
        </p:nvCxnSpPr>
        <p:spPr>
          <a:xfrm>
            <a:off x="9787529" y="2981900"/>
            <a:ext cx="889191" cy="953584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24A7CA9-8BDC-FE44-A4AB-A9EEC732487F}"/>
              </a:ext>
            </a:extLst>
          </p:cNvPr>
          <p:cNvSpPr txBox="1"/>
          <p:nvPr/>
        </p:nvSpPr>
        <p:spPr>
          <a:xfrm>
            <a:off x="11385918" y="4182948"/>
            <a:ext cx="1697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csvExporter.py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DCBE59-3115-C84A-B29A-83877D525787}"/>
              </a:ext>
            </a:extLst>
          </p:cNvPr>
          <p:cNvSpPr txBox="1"/>
          <p:nvPr/>
        </p:nvSpPr>
        <p:spPr>
          <a:xfrm>
            <a:off x="8076645" y="1485303"/>
            <a:ext cx="26597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/>
              <a:t>AWS EC2, WorkSpace, </a:t>
            </a:r>
          </a:p>
          <a:p>
            <a:pPr algn="ctr"/>
            <a:r>
              <a:rPr lang="en-US" sz="1800" dirty="0"/>
              <a:t>or User Workstation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E394BF2-3F92-494C-9A1F-BD711A9B6FEF}"/>
              </a:ext>
            </a:extLst>
          </p:cNvPr>
          <p:cNvCxnSpPr>
            <a:cxnSpLocks/>
          </p:cNvCxnSpPr>
          <p:nvPr/>
        </p:nvCxnSpPr>
        <p:spPr>
          <a:xfrm flipH="1">
            <a:off x="10961189" y="4840393"/>
            <a:ext cx="1" cy="950071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A3FF9F0-FEE3-794F-95E3-5C2672BA5238}"/>
              </a:ext>
            </a:extLst>
          </p:cNvPr>
          <p:cNvSpPr txBox="1"/>
          <p:nvPr/>
        </p:nvSpPr>
        <p:spPr>
          <a:xfrm>
            <a:off x="9555710" y="6794474"/>
            <a:ext cx="2762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CsvDatastore S3 Bucket</a:t>
            </a:r>
          </a:p>
        </p:txBody>
      </p:sp>
      <p:pic>
        <p:nvPicPr>
          <p:cNvPr id="17" name="Graphic 19">
            <a:extLst>
              <a:ext uri="{FF2B5EF4-FFF2-40B4-BE49-F238E27FC236}">
                <a16:creationId xmlns:a16="http://schemas.microsoft.com/office/drawing/2014/main" id="{ACF59E53-D713-9648-8496-8921DF70AB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97" y="2117640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F9E5115-11DF-A641-81CE-D8A5F0B67F94}"/>
              </a:ext>
            </a:extLst>
          </p:cNvPr>
          <p:cNvSpPr txBox="1"/>
          <p:nvPr/>
        </p:nvSpPr>
        <p:spPr>
          <a:xfrm>
            <a:off x="11488148" y="1471309"/>
            <a:ext cx="24416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AWS SecurityHub via</a:t>
            </a:r>
          </a:p>
          <a:p>
            <a:r>
              <a:rPr lang="en-US" sz="1800" dirty="0"/>
              <a:t>get_findings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BD8A7B47-5E11-6746-9664-9E488E3898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36581" y="2131634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8E05110-D7E5-8940-B400-BAAB3CB064ED}"/>
              </a:ext>
            </a:extLst>
          </p:cNvPr>
          <p:cNvCxnSpPr>
            <a:cxnSpLocks/>
          </p:cNvCxnSpPr>
          <p:nvPr/>
        </p:nvCxnSpPr>
        <p:spPr>
          <a:xfrm flipH="1">
            <a:off x="11273050" y="2944764"/>
            <a:ext cx="963531" cy="980239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6934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 txBox="1">
            <a:spLocks/>
          </p:cNvSpPr>
          <p:nvPr/>
        </p:nvSpPr>
        <p:spPr>
          <a:xfrm>
            <a:off x="712405" y="1485303"/>
            <a:ext cx="6166068" cy="55319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731520" rtl="0" eaLnBrk="1" latinLnBrk="0" hangingPunct="1">
              <a:spcBef>
                <a:spcPct val="20000"/>
              </a:spcBef>
              <a:buFontTx/>
              <a:buNone/>
              <a:defRPr sz="3840" b="0" i="0" kern="1200">
                <a:solidFill>
                  <a:srgbClr val="414042"/>
                </a:solidFill>
                <a:latin typeface="Amazon Ember Regular" charset="0"/>
                <a:ea typeface="+mn-ea"/>
                <a:cs typeface="Amazon Ember Regular" charset="0"/>
              </a:defRPr>
            </a:lvl1pPr>
            <a:lvl2pPr marL="1188720" indent="-45720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b="0" i="0" kern="1200">
                <a:solidFill>
                  <a:srgbClr val="414042"/>
                </a:solidFill>
                <a:latin typeface="Amazon Ember Regular" charset="0"/>
                <a:ea typeface="+mn-ea"/>
                <a:cs typeface="Amazon Ember Regular" charset="0"/>
              </a:defRPr>
            </a:lvl2pPr>
            <a:lvl3pPr marL="18288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2880" b="0" i="0" kern="1200">
                <a:solidFill>
                  <a:srgbClr val="414042"/>
                </a:solidFill>
                <a:latin typeface="Amazon Ember Regular" charset="0"/>
                <a:ea typeface="+mn-ea"/>
                <a:cs typeface="Amazon Ember Regular" charset="0"/>
              </a:defRPr>
            </a:lvl3pPr>
            <a:lvl4pPr marL="2560320" indent="-365760" algn="l" defTabSz="731520" rtl="0" eaLnBrk="1" latinLnBrk="0" hangingPunct="1">
              <a:spcBef>
                <a:spcPct val="20000"/>
              </a:spcBef>
              <a:buFont typeface="Arial"/>
              <a:buChar char="–"/>
              <a:defRPr sz="2560" b="0" i="0" kern="1200">
                <a:solidFill>
                  <a:srgbClr val="414042"/>
                </a:solidFill>
                <a:latin typeface="Amazon Ember Regular" charset="0"/>
                <a:ea typeface="+mn-ea"/>
                <a:cs typeface="Amazon Ember Regular" charset="0"/>
              </a:defRPr>
            </a:lvl4pPr>
            <a:lvl5pPr marL="3291840" indent="-365760" algn="l" defTabSz="731520" rtl="0" eaLnBrk="1" latinLnBrk="0" hangingPunct="1">
              <a:spcBef>
                <a:spcPct val="20000"/>
              </a:spcBef>
              <a:buFont typeface="Arial"/>
              <a:buChar char="»"/>
              <a:defRPr sz="2560" b="0" i="0" kern="1200">
                <a:solidFill>
                  <a:srgbClr val="414042"/>
                </a:solidFill>
                <a:latin typeface="Amazon Ember Regular" charset="0"/>
                <a:ea typeface="+mn-ea"/>
                <a:cs typeface="Amazon Ember Regular" charset="0"/>
              </a:defRPr>
            </a:lvl5pPr>
            <a:lvl6pPr marL="402336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5488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8640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17920" indent="-365760" algn="l" defTabSz="73152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8788" indent="-2857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Run as a command from a workstation with AWS CLI, Boto3, and Python 3</a:t>
            </a:r>
          </a:p>
          <a:p>
            <a:pPr marL="458788" indent="-2857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Run as a Lambda or from an SSM automation</a:t>
            </a:r>
          </a:p>
          <a:p>
            <a:pPr marL="458788" indent="-2857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Input CSV read from any S3 bucket </a:t>
            </a:r>
            <a:r>
              <a:rPr lang="en-US" sz="2400" i="1" u="sng" dirty="0">
                <a:solidFill>
                  <a:schemeClr val="accent6">
                    <a:lumMod val="50000"/>
                  </a:schemeClr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or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 from a local file</a:t>
            </a:r>
          </a:p>
          <a:p>
            <a:pPr marL="458788" indent="-2857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Uses batch_update_findings API to update SecurityHub</a:t>
            </a:r>
          </a:p>
          <a:p>
            <a:pPr marL="458788" indent="-28575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Should always run unscheduled export first, and modify that CSV for import</a:t>
            </a:r>
          </a:p>
          <a:p>
            <a:pPr marL="173038">
              <a:lnSpc>
                <a:spcPct val="150000"/>
              </a:lnSpc>
              <a:spcBef>
                <a:spcPts val="0"/>
              </a:spcBef>
            </a:pPr>
            <a:endParaRPr lang="en-US" sz="2400" b="1" dirty="0">
              <a:solidFill>
                <a:schemeClr val="accent6">
                  <a:lumMod val="50000"/>
                </a:schemeClr>
              </a:solidFill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4400" y="460443"/>
            <a:ext cx="1281211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spcAft>
                <a:spcPts val="800"/>
              </a:spcAft>
            </a:pPr>
            <a:r>
              <a:rPr lang="en-US" sz="4400" b="1" dirty="0">
                <a:solidFill>
                  <a:schemeClr val="accent6">
                    <a:lumMod val="50000"/>
                  </a:schemeClr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Imports</a:t>
            </a:r>
            <a:endParaRPr lang="en-US" sz="5400" b="1" dirty="0">
              <a:solidFill>
                <a:schemeClr val="accent6">
                  <a:lumMod val="50000"/>
                </a:schemeClr>
              </a:solidFill>
              <a:latin typeface="Amazon Ember Light" panose="020B0403020204020204" pitchFamily="34" charset="0"/>
              <a:ea typeface="Amazon Ember Light" panose="020B0403020204020204" pitchFamily="34" charset="0"/>
              <a:cs typeface="Amazon Ember Light" panose="020B0403020204020204" pitchFamily="34" charset="0"/>
            </a:endParaRPr>
          </a:p>
        </p:txBody>
      </p:sp>
      <p:pic>
        <p:nvPicPr>
          <p:cNvPr id="6" name="Graphic 10">
            <a:extLst>
              <a:ext uri="{FF2B5EF4-FFF2-40B4-BE49-F238E27FC236}">
                <a16:creationId xmlns:a16="http://schemas.microsoft.com/office/drawing/2014/main" id="{2352D24B-5D25-0F49-92F6-60A2BDCE4B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0126" y="397613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Graphic 8">
            <a:extLst>
              <a:ext uri="{FF2B5EF4-FFF2-40B4-BE49-F238E27FC236}">
                <a16:creationId xmlns:a16="http://schemas.microsoft.com/office/drawing/2014/main" id="{3E335AF3-7F2B-9949-97BA-9D41A7BA9C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1785" y="2227817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FF719AE-C3FA-3F4D-8DFC-E65BBBD8E153}"/>
              </a:ext>
            </a:extLst>
          </p:cNvPr>
          <p:cNvCxnSpPr>
            <a:cxnSpLocks/>
          </p:cNvCxnSpPr>
          <p:nvPr/>
        </p:nvCxnSpPr>
        <p:spPr>
          <a:xfrm>
            <a:off x="9353267" y="3038931"/>
            <a:ext cx="1089736" cy="940572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24A7CA9-8BDC-FE44-A4AB-A9EEC732487F}"/>
              </a:ext>
            </a:extLst>
          </p:cNvPr>
          <p:cNvSpPr txBox="1"/>
          <p:nvPr/>
        </p:nvSpPr>
        <p:spPr>
          <a:xfrm>
            <a:off x="11825420" y="4172467"/>
            <a:ext cx="1646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csvUpdater.py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DCBE59-3115-C84A-B29A-83877D525787}"/>
              </a:ext>
            </a:extLst>
          </p:cNvPr>
          <p:cNvSpPr txBox="1"/>
          <p:nvPr/>
        </p:nvSpPr>
        <p:spPr>
          <a:xfrm>
            <a:off x="7605014" y="1600306"/>
            <a:ext cx="26597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/>
              <a:t>AWS EC2, WorkSpace, </a:t>
            </a:r>
          </a:p>
          <a:p>
            <a:pPr algn="ctr"/>
            <a:r>
              <a:rPr lang="en-US" sz="1800" dirty="0"/>
              <a:t>or User Workstation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E394BF2-3F92-494C-9A1F-BD711A9B6FEF}"/>
              </a:ext>
            </a:extLst>
          </p:cNvPr>
          <p:cNvCxnSpPr>
            <a:cxnSpLocks/>
          </p:cNvCxnSpPr>
          <p:nvPr/>
        </p:nvCxnSpPr>
        <p:spPr>
          <a:xfrm flipH="1">
            <a:off x="10877266" y="4880060"/>
            <a:ext cx="33860" cy="995773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A3FF9F0-FEE3-794F-95E3-5C2672BA5238}"/>
              </a:ext>
            </a:extLst>
          </p:cNvPr>
          <p:cNvSpPr txBox="1"/>
          <p:nvPr/>
        </p:nvSpPr>
        <p:spPr>
          <a:xfrm>
            <a:off x="9658219" y="6797454"/>
            <a:ext cx="25058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AWS SecurityHub via</a:t>
            </a:r>
          </a:p>
          <a:p>
            <a:r>
              <a:rPr lang="en-US" sz="1800" dirty="0"/>
              <a:t>batch_update_findings</a:t>
            </a:r>
          </a:p>
        </p:txBody>
      </p:sp>
      <p:pic>
        <p:nvPicPr>
          <p:cNvPr id="17" name="Graphic 19">
            <a:extLst>
              <a:ext uri="{FF2B5EF4-FFF2-40B4-BE49-F238E27FC236}">
                <a16:creationId xmlns:a16="http://schemas.microsoft.com/office/drawing/2014/main" id="{ACF59E53-D713-9648-8496-8921DF70AB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9566" y="223264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Graphic 27">
            <a:extLst>
              <a:ext uri="{FF2B5EF4-FFF2-40B4-BE49-F238E27FC236}">
                <a16:creationId xmlns:a16="http://schemas.microsoft.com/office/drawing/2014/main" id="{B2FBC933-82D7-BC45-916D-99B4A668BC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39575" y="2561494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28CD532-01BA-6C44-8FE4-E9C5FF2A52BC}"/>
              </a:ext>
            </a:extLst>
          </p:cNvPr>
          <p:cNvSpPr txBox="1"/>
          <p:nvPr/>
        </p:nvSpPr>
        <p:spPr>
          <a:xfrm>
            <a:off x="10351228" y="1809472"/>
            <a:ext cx="10481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/>
              <a:t>AWS S3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04FC04-43CE-0541-BA80-72DE0144051F}"/>
              </a:ext>
            </a:extLst>
          </p:cNvPr>
          <p:cNvSpPr txBox="1"/>
          <p:nvPr/>
        </p:nvSpPr>
        <p:spPr>
          <a:xfrm>
            <a:off x="12324409" y="1788280"/>
            <a:ext cx="12875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/>
              <a:t>Local </a:t>
            </a:r>
          </a:p>
          <a:p>
            <a:pPr algn="ctr"/>
            <a:r>
              <a:rPr lang="en-US" sz="1800" dirty="0"/>
              <a:t>Filesystem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FB599EEE-0F7A-E749-BD10-7BD9700290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6266" y="6015583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EB12AC9-551C-6845-9998-8C9FF837FD00}"/>
              </a:ext>
            </a:extLst>
          </p:cNvPr>
          <p:cNvCxnSpPr>
            <a:cxnSpLocks/>
          </p:cNvCxnSpPr>
          <p:nvPr/>
        </p:nvCxnSpPr>
        <p:spPr>
          <a:xfrm>
            <a:off x="10875282" y="3038931"/>
            <a:ext cx="0" cy="83491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E830B8B-4120-E846-8340-C36B4534AF2F}"/>
              </a:ext>
            </a:extLst>
          </p:cNvPr>
          <p:cNvCxnSpPr>
            <a:cxnSpLocks/>
          </p:cNvCxnSpPr>
          <p:nvPr/>
        </p:nvCxnSpPr>
        <p:spPr>
          <a:xfrm flipH="1">
            <a:off x="11379249" y="3098486"/>
            <a:ext cx="1185426" cy="881445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95731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58635" y="2679085"/>
            <a:ext cx="10335429" cy="2001069"/>
          </a:xfrm>
        </p:spPr>
        <p:txBody>
          <a:bodyPr/>
          <a:lstStyle/>
          <a:p>
            <a:r>
              <a:rPr lang="en-US" dirty="0"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Questions, Discussion &amp; </a:t>
            </a:r>
            <a:r>
              <a:rPr lang="en-US" b="1" dirty="0">
                <a:solidFill>
                  <a:srgbClr val="FF9901"/>
                </a:solidFill>
                <a:latin typeface="Amazon Ember Light" panose="020B0403020204020204" pitchFamily="34" charset="0"/>
                <a:ea typeface="Amazon Ember Light" panose="020B0403020204020204" pitchFamily="34" charset="0"/>
                <a:cs typeface="Amazon Ember Light" panose="020B0403020204020204" pitchFamily="34" charset="0"/>
              </a:rPr>
              <a:t>Next Steps</a:t>
            </a:r>
          </a:p>
        </p:txBody>
      </p:sp>
    </p:spTree>
    <p:extLst>
      <p:ext uri="{BB962C8B-B14F-4D97-AF65-F5344CB8AC3E}">
        <p14:creationId xmlns:p14="http://schemas.microsoft.com/office/powerpoint/2010/main" val="329414917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6&quot;/&gt;&lt;/TableIndex&gt;&lt;/ShapeTextInfo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heme/theme1.xml><?xml version="1.0" encoding="utf-8"?>
<a:theme xmlns:a="http://schemas.openxmlformats.org/drawingml/2006/main" name="DeckTemplate-AWS">
  <a:themeElements>
    <a:clrScheme name="AWS Colors">
      <a:dk1>
        <a:srgbClr val="1D516C"/>
      </a:dk1>
      <a:lt1>
        <a:srgbClr val="FFFFFF"/>
      </a:lt1>
      <a:dk2>
        <a:srgbClr val="1D516C"/>
      </a:dk2>
      <a:lt2>
        <a:srgbClr val="F8F8F8"/>
      </a:lt2>
      <a:accent1>
        <a:srgbClr val="FF9900"/>
      </a:accent1>
      <a:accent2>
        <a:srgbClr val="00A1C9"/>
      </a:accent2>
      <a:accent3>
        <a:srgbClr val="007DBC"/>
      </a:accent3>
      <a:accent4>
        <a:srgbClr val="69AF34"/>
      </a:accent4>
      <a:accent5>
        <a:srgbClr val="EB5F07"/>
      </a:accent5>
      <a:accent6>
        <a:srgbClr val="545B64"/>
      </a:accent6>
      <a:hlink>
        <a:srgbClr val="00E0EA"/>
      </a:hlink>
      <a:folHlink>
        <a:srgbClr val="0069E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6">
            <a:lumMod val="50000"/>
          </a:schemeClr>
        </a:solidFill>
        <a:ln>
          <a:noFill/>
        </a:ln>
        <a:effectLst/>
      </a:spPr>
      <a:bodyPr rtlCol="0"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WS_Deck_Template.potx" id="{956C5B2E-0233-4212-9383-50A039694C0C}" vid="{0176EEA5-D87D-4097-B356-86DC884F4541}"/>
    </a:ext>
  </a:extLst>
</a:theme>
</file>

<file path=ppt/theme/theme2.xml><?xml version="1.0" encoding="utf-8"?>
<a:theme xmlns:a="http://schemas.openxmlformats.org/drawingml/2006/main" name="2_DeckTemplate-AWS">
  <a:themeElements>
    <a:clrScheme name="AWS Colors">
      <a:dk1>
        <a:srgbClr val="1D516C"/>
      </a:dk1>
      <a:lt1>
        <a:srgbClr val="FFFFFF"/>
      </a:lt1>
      <a:dk2>
        <a:srgbClr val="1D516C"/>
      </a:dk2>
      <a:lt2>
        <a:srgbClr val="F8F8F8"/>
      </a:lt2>
      <a:accent1>
        <a:srgbClr val="FF9900"/>
      </a:accent1>
      <a:accent2>
        <a:srgbClr val="00A1C9"/>
      </a:accent2>
      <a:accent3>
        <a:srgbClr val="007DBC"/>
      </a:accent3>
      <a:accent4>
        <a:srgbClr val="69AF34"/>
      </a:accent4>
      <a:accent5>
        <a:srgbClr val="EB5F07"/>
      </a:accent5>
      <a:accent6>
        <a:srgbClr val="545B64"/>
      </a:accent6>
      <a:hlink>
        <a:srgbClr val="00E0EA"/>
      </a:hlink>
      <a:folHlink>
        <a:srgbClr val="0069E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6">
            <a:lumMod val="50000"/>
          </a:schemeClr>
        </a:solidFill>
        <a:ln>
          <a:noFill/>
        </a:ln>
        <a:effectLst/>
      </a:spPr>
      <a:bodyPr rtlCol="0"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WS_Deck_Template.potx" id="{956C5B2E-0233-4212-9383-50A039694C0C}" vid="{0176EEA5-D87D-4097-B356-86DC884F454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26A3D6C04DFD740953BA1B2B9E62D60" ma:contentTypeVersion="0" ma:contentTypeDescription="Create a new document." ma:contentTypeScope="" ma:versionID="26617cd14cd3af163c0e97ff614e520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64490b4aec6201516c3a874156f37b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05B35A6-8B52-46A5-AE45-B98C6459DC1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597C89A-FD0C-431E-81F6-90225B937683}">
  <ds:schemaRefs>
    <ds:schemaRef ds:uri="http://purl.org/dc/terms/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1A3258A-222C-4488-825E-7520D001FB7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DeckTemplate_AWS</Template>
  <TotalTime>11264</TotalTime>
  <Words>401</Words>
  <Application>Microsoft Macintosh PowerPoint</Application>
  <PresentationFormat>Custom</PresentationFormat>
  <Paragraphs>85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Amazon Ember</vt:lpstr>
      <vt:lpstr>Amazon Ember Light</vt:lpstr>
      <vt:lpstr>Amazon Ember Regular</vt:lpstr>
      <vt:lpstr>Arial</vt:lpstr>
      <vt:lpstr>Calibri</vt:lpstr>
      <vt:lpstr>Helvetica Light</vt:lpstr>
      <vt:lpstr>Lucida Console</vt:lpstr>
      <vt:lpstr>Tahoma</vt:lpstr>
      <vt:lpstr>Wingdings</vt:lpstr>
      <vt:lpstr>DeckTemplate-AWS</vt:lpstr>
      <vt:lpstr>2_DeckTemplate-AWS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Questions, Discussion &amp;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Andy Robinson</cp:lastModifiedBy>
  <cp:revision>176</cp:revision>
  <dcterms:created xsi:type="dcterms:W3CDTF">2016-06-17T18:22:10Z</dcterms:created>
  <dcterms:modified xsi:type="dcterms:W3CDTF">2022-02-11T14:57:41Z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0x010100D26A3D6C04DFD740953BA1B2B9E62D60</vt:lpwstr>
  </property>
</Properties>
</file>